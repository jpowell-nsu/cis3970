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86" r:id="rId2"/>
    <p:sldId id="257" r:id="rId3"/>
    <p:sldId id="258" r:id="rId4"/>
    <p:sldId id="259" r:id="rId5"/>
    <p:sldId id="269" r:id="rId6"/>
    <p:sldId id="270" r:id="rId7"/>
    <p:sldId id="273" r:id="rId8"/>
    <p:sldId id="275" r:id="rId9"/>
    <p:sldId id="276" r:id="rId10"/>
    <p:sldId id="279" r:id="rId11"/>
    <p:sldId id="281" r:id="rId12"/>
    <p:sldId id="282" r:id="rId13"/>
    <p:sldId id="283" r:id="rId14"/>
    <p:sldId id="28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8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543382-8A8A-48F2-BCDB-E0CD1007DB1C}" v="134" dt="2026-01-09T18:42:27.245"/>
    <p1510:client id="{E78FE09F-BB88-4F5E-A3C5-2D4BC3CBDCBA}" v="2" dt="2026-01-10T00:24:12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858" autoAdjust="0"/>
    <p:restoredTop sz="97386" autoAdjust="0"/>
  </p:normalViewPr>
  <p:slideViewPr>
    <p:cSldViewPr snapToGrid="0">
      <p:cViewPr varScale="1">
        <p:scale>
          <a:sx n="107" d="100"/>
          <a:sy n="107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Powell" userId="67fc0dff-6db8-4f1b-ac54-75c6f741d683" providerId="ADAL" clId="{E6AFD2F6-340B-4F5E-88D8-0BCD0CADE410}"/>
    <pc:docChg chg="undo redo custSel addSld delSld modSld sldOrd">
      <pc:chgData name="Jason Powell" userId="67fc0dff-6db8-4f1b-ac54-75c6f741d683" providerId="ADAL" clId="{E6AFD2F6-340B-4F5E-88D8-0BCD0CADE410}" dt="2026-01-10T00:24:12.964" v="6747"/>
      <pc:docMkLst>
        <pc:docMk/>
      </pc:docMkLst>
      <pc:sldChg chg="addSp delSp modSp mod ord modTransition modAnim">
        <pc:chgData name="Jason Powell" userId="67fc0dff-6db8-4f1b-ac54-75c6f741d683" providerId="ADAL" clId="{E6AFD2F6-340B-4F5E-88D8-0BCD0CADE410}" dt="2026-01-10T00:24:12.964" v="6747"/>
        <pc:sldMkLst>
          <pc:docMk/>
          <pc:sldMk cId="4176511271" sldId="257"/>
        </pc:sldMkLst>
        <pc:spChg chg="mod">
          <ac:chgData name="Jason Powell" userId="67fc0dff-6db8-4f1b-ac54-75c6f741d683" providerId="ADAL" clId="{E6AFD2F6-340B-4F5E-88D8-0BCD0CADE410}" dt="2026-01-03T17:28:48.267" v="346" actId="26606"/>
          <ac:spMkLst>
            <pc:docMk/>
            <pc:sldMk cId="4176511271" sldId="257"/>
            <ac:spMk id="2" creationId="{1445808A-7957-E236-74EF-7A41527E2A7E}"/>
          </ac:spMkLst>
        </pc:spChg>
        <pc:spChg chg="add">
          <ac:chgData name="Jason Powell" userId="67fc0dff-6db8-4f1b-ac54-75c6f741d683" providerId="ADAL" clId="{E6AFD2F6-340B-4F5E-88D8-0BCD0CADE410}" dt="2026-01-03T17:28:48.267" v="346" actId="26606"/>
          <ac:spMkLst>
            <pc:docMk/>
            <pc:sldMk cId="4176511271" sldId="257"/>
            <ac:spMk id="23" creationId="{955A2079-FA98-4876-80F0-72364A7D2EA4}"/>
          </ac:spMkLst>
        </pc:spChg>
        <pc:graphicFrameChg chg="mod modGraphic">
          <ac:chgData name="Jason Powell" userId="67fc0dff-6db8-4f1b-ac54-75c6f741d683" providerId="ADAL" clId="{E6AFD2F6-340B-4F5E-88D8-0BCD0CADE410}" dt="2026-01-03T19:31:05.153" v="1239" actId="12100"/>
          <ac:graphicFrameMkLst>
            <pc:docMk/>
            <pc:sldMk cId="4176511271" sldId="257"/>
            <ac:graphicFrameMk id="21" creationId="{7E3915D1-57B4-CBA6-E160-72F5786D15FC}"/>
          </ac:graphicFrameMkLst>
        </pc:graphicFrameChg>
        <pc:picChg chg="add del mod">
          <ac:chgData name="Jason Powell" userId="67fc0dff-6db8-4f1b-ac54-75c6f741d683" providerId="ADAL" clId="{E6AFD2F6-340B-4F5E-88D8-0BCD0CADE410}" dt="2026-01-09T15:49:33.581" v="6381"/>
          <ac:picMkLst>
            <pc:docMk/>
            <pc:sldMk cId="4176511271" sldId="257"/>
            <ac:picMk id="19" creationId="{9382972B-358E-93F3-408F-8E0AA68272FB}"/>
          </ac:picMkLst>
        </pc:picChg>
        <pc:picChg chg="add del mod">
          <ac:chgData name="Jason Powell" userId="67fc0dff-6db8-4f1b-ac54-75c6f741d683" providerId="ADAL" clId="{E6AFD2F6-340B-4F5E-88D8-0BCD0CADE410}" dt="2026-01-09T16:12:43.936" v="6502"/>
          <ac:picMkLst>
            <pc:docMk/>
            <pc:sldMk cId="4176511271" sldId="257"/>
            <ac:picMk id="52" creationId="{652147DA-0FE6-CA32-28BA-FD1F8F1F9768}"/>
          </ac:picMkLst>
        </pc:picChg>
        <pc:picChg chg="add del mod ord">
          <ac:chgData name="Jason Powell" userId="67fc0dff-6db8-4f1b-ac54-75c6f741d683" providerId="ADAL" clId="{E6AFD2F6-340B-4F5E-88D8-0BCD0CADE410}" dt="2026-01-09T16:15:30.892" v="6503"/>
          <ac:picMkLst>
            <pc:docMk/>
            <pc:sldMk cId="4176511271" sldId="257"/>
            <ac:picMk id="55" creationId="{C868876C-BC43-9992-7E3B-7523E90FF0F8}"/>
          </ac:picMkLst>
        </pc:pic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4176511271" sldId="257"/>
            <ac:picMk id="56" creationId="{0BD33DED-684D-D72A-BE19-586907A11B87}"/>
          </ac:picMkLst>
        </pc:picChg>
      </pc:sldChg>
      <pc:sldChg chg="addSp delSp modSp new mod modTransition setBg modAnim">
        <pc:chgData name="Jason Powell" userId="67fc0dff-6db8-4f1b-ac54-75c6f741d683" providerId="ADAL" clId="{E6AFD2F6-340B-4F5E-88D8-0BCD0CADE410}" dt="2026-01-10T00:24:12.964" v="6747"/>
        <pc:sldMkLst>
          <pc:docMk/>
          <pc:sldMk cId="3779316536" sldId="258"/>
        </pc:sldMkLst>
        <pc:spChg chg="mod">
          <ac:chgData name="Jason Powell" userId="67fc0dff-6db8-4f1b-ac54-75c6f741d683" providerId="ADAL" clId="{E6AFD2F6-340B-4F5E-88D8-0BCD0CADE410}" dt="2026-01-03T19:18:13.386" v="1110" actId="20577"/>
          <ac:spMkLst>
            <pc:docMk/>
            <pc:sldMk cId="3779316536" sldId="258"/>
            <ac:spMk id="2" creationId="{3DE7024B-2672-1CE7-C776-9AE4588E513E}"/>
          </ac:spMkLst>
        </pc:spChg>
        <pc:spChg chg="add del">
          <ac:chgData name="Jason Powell" userId="67fc0dff-6db8-4f1b-ac54-75c6f741d683" providerId="ADAL" clId="{E6AFD2F6-340B-4F5E-88D8-0BCD0CADE410}" dt="2026-01-03T17:28:38.727" v="345" actId="26606"/>
          <ac:spMkLst>
            <pc:docMk/>
            <pc:sldMk cId="3779316536" sldId="258"/>
            <ac:spMk id="27" creationId="{6C4028FD-8BAA-4A19-BFDE-594D991B7552}"/>
          </ac:spMkLst>
        </pc:spChg>
        <pc:graphicFrameChg chg="add del mod modGraphic">
          <ac:chgData name="Jason Powell" userId="67fc0dff-6db8-4f1b-ac54-75c6f741d683" providerId="ADAL" clId="{E6AFD2F6-340B-4F5E-88D8-0BCD0CADE410}" dt="2026-01-03T19:34:08.675" v="1247" actId="17032"/>
          <ac:graphicFrameMkLst>
            <pc:docMk/>
            <pc:sldMk cId="3779316536" sldId="258"/>
            <ac:graphicFrameMk id="5" creationId="{41AB0E9C-5767-2C6B-3BC4-B1939E933179}"/>
          </ac:graphicFrameMkLst>
        </pc:graphicFrameChg>
        <pc:picChg chg="add del mod">
          <ac:chgData name="Jason Powell" userId="67fc0dff-6db8-4f1b-ac54-75c6f741d683" providerId="ADAL" clId="{E6AFD2F6-340B-4F5E-88D8-0BCD0CADE410}" dt="2026-01-09T16:15:58.462" v="6506"/>
          <ac:picMkLst>
            <pc:docMk/>
            <pc:sldMk cId="3779316536" sldId="258"/>
            <ac:picMk id="17" creationId="{31B1B0E5-C7DD-5C16-D9F3-6230DA1B2B8A}"/>
          </ac:picMkLst>
        </pc:picChg>
        <pc:picChg chg="add del mod ord">
          <ac:chgData name="Jason Powell" userId="67fc0dff-6db8-4f1b-ac54-75c6f741d683" providerId="ADAL" clId="{E6AFD2F6-340B-4F5E-88D8-0BCD0CADE410}" dt="2026-01-09T16:16:34.631" v="6507"/>
          <ac:picMkLst>
            <pc:docMk/>
            <pc:sldMk cId="3779316536" sldId="258"/>
            <ac:picMk id="20" creationId="{00057145-64D6-38F7-01DD-C219FF25DAF5}"/>
          </ac:picMkLst>
        </pc:picChg>
        <pc:picChg chg="add del mod">
          <ac:chgData name="Jason Powell" userId="67fc0dff-6db8-4f1b-ac54-75c6f741d683" providerId="ADAL" clId="{E6AFD2F6-340B-4F5E-88D8-0BCD0CADE410}" dt="2026-01-09T16:16:36.348" v="6509"/>
          <ac:picMkLst>
            <pc:docMk/>
            <pc:sldMk cId="3779316536" sldId="258"/>
            <ac:picMk id="21" creationId="{0B17C629-D601-AA2A-2680-BDACBE182138}"/>
          </ac:picMkLst>
        </pc:picChg>
        <pc:picChg chg="add del mod ord">
          <ac:chgData name="Jason Powell" userId="67fc0dff-6db8-4f1b-ac54-75c6f741d683" providerId="ADAL" clId="{E6AFD2F6-340B-4F5E-88D8-0BCD0CADE410}" dt="2026-01-09T16:16:49.907" v="6510"/>
          <ac:picMkLst>
            <pc:docMk/>
            <pc:sldMk cId="3779316536" sldId="258"/>
            <ac:picMk id="24" creationId="{547817B4-0B77-3238-89CE-78412E1B4FA0}"/>
          </ac:picMkLst>
        </pc:picChg>
        <pc:picChg chg="add del mod">
          <ac:chgData name="Jason Powell" userId="67fc0dff-6db8-4f1b-ac54-75c6f741d683" providerId="ADAL" clId="{E6AFD2F6-340B-4F5E-88D8-0BCD0CADE410}" dt="2026-01-09T16:16:51.477" v="6512"/>
          <ac:picMkLst>
            <pc:docMk/>
            <pc:sldMk cId="3779316536" sldId="258"/>
            <ac:picMk id="25" creationId="{175CD9B3-6E79-4635-DE9D-8DA012BCA09B}"/>
          </ac:picMkLst>
        </pc:picChg>
        <pc:picChg chg="add del mod ord">
          <ac:chgData name="Jason Powell" userId="67fc0dff-6db8-4f1b-ac54-75c6f741d683" providerId="ADAL" clId="{E6AFD2F6-340B-4F5E-88D8-0BCD0CADE410}" dt="2026-01-09T16:19:19.665" v="6513"/>
          <ac:picMkLst>
            <pc:docMk/>
            <pc:sldMk cId="3779316536" sldId="258"/>
            <ac:picMk id="29" creationId="{AC10EC71-23E9-714A-A265-21EF99D392B0}"/>
          </ac:picMkLst>
        </pc:picChg>
        <pc:picChg chg="add del mod">
          <ac:chgData name="Jason Powell" userId="67fc0dff-6db8-4f1b-ac54-75c6f741d683" providerId="ADAL" clId="{E6AFD2F6-340B-4F5E-88D8-0BCD0CADE410}" dt="2026-01-09T16:19:21.912" v="6515"/>
          <ac:picMkLst>
            <pc:docMk/>
            <pc:sldMk cId="3779316536" sldId="258"/>
            <ac:picMk id="30" creationId="{838CB639-A32E-9794-FBCB-D14EBD756C19}"/>
          </ac:picMkLst>
        </pc:picChg>
        <pc:picChg chg="add del mod ord">
          <ac:chgData name="Jason Powell" userId="67fc0dff-6db8-4f1b-ac54-75c6f741d683" providerId="ADAL" clId="{E6AFD2F6-340B-4F5E-88D8-0BCD0CADE410}" dt="2026-01-09T16:22:28.706" v="6516"/>
          <ac:picMkLst>
            <pc:docMk/>
            <pc:sldMk cId="3779316536" sldId="258"/>
            <ac:picMk id="33" creationId="{6CF0E21F-7A60-38DF-BF0D-BD8C0876BFF7}"/>
          </ac:picMkLst>
        </pc:pic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3779316536" sldId="258"/>
            <ac:picMk id="34" creationId="{4CEB9E3A-D6BC-489D-0A71-3112A3773C19}"/>
          </ac:picMkLst>
        </pc:picChg>
      </pc:sldChg>
      <pc:sldChg chg="addSp delSp modSp new add del mod ord modTransition setBg modAnim">
        <pc:chgData name="Jason Powell" userId="67fc0dff-6db8-4f1b-ac54-75c6f741d683" providerId="ADAL" clId="{E6AFD2F6-340B-4F5E-88D8-0BCD0CADE410}" dt="2026-01-10T00:24:12.964" v="6747"/>
        <pc:sldMkLst>
          <pc:docMk/>
          <pc:sldMk cId="4294259201" sldId="259"/>
        </pc:sldMkLst>
        <pc:spChg chg="mod">
          <ac:chgData name="Jason Powell" userId="67fc0dff-6db8-4f1b-ac54-75c6f741d683" providerId="ADAL" clId="{E6AFD2F6-340B-4F5E-88D8-0BCD0CADE410}" dt="2026-01-03T18:47:58.357" v="475" actId="26606"/>
          <ac:spMkLst>
            <pc:docMk/>
            <pc:sldMk cId="4294259201" sldId="259"/>
            <ac:spMk id="2" creationId="{1A91A1F8-CF9C-5CCD-92DD-B3BE81E8D277}"/>
          </ac:spMkLst>
        </pc:spChg>
        <pc:spChg chg="add">
          <ac:chgData name="Jason Powell" userId="67fc0dff-6db8-4f1b-ac54-75c6f741d683" providerId="ADAL" clId="{E6AFD2F6-340B-4F5E-88D8-0BCD0CADE410}" dt="2026-01-03T18:48:11.334" v="476" actId="26606"/>
          <ac:spMkLst>
            <pc:docMk/>
            <pc:sldMk cId="4294259201" sldId="259"/>
            <ac:spMk id="21" creationId="{6C4028FD-8BAA-4A19-BFDE-594D991B7552}"/>
          </ac:spMkLst>
        </pc:spChg>
        <pc:graphicFrameChg chg="add mod modGraphic">
          <ac:chgData name="Jason Powell" userId="67fc0dff-6db8-4f1b-ac54-75c6f741d683" providerId="ADAL" clId="{E6AFD2F6-340B-4F5E-88D8-0BCD0CADE410}" dt="2026-01-03T19:28:18.251" v="1235" actId="12100"/>
          <ac:graphicFrameMkLst>
            <pc:docMk/>
            <pc:sldMk cId="4294259201" sldId="259"/>
            <ac:graphicFrameMk id="5" creationId="{425B943D-85F2-DD94-29D5-0F2E05D30D0B}"/>
          </ac:graphicFrameMkLst>
        </pc:graphicFrame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4294259201" sldId="259"/>
            <ac:picMk id="23" creationId="{FD5DD667-7EAE-FBCA-38A1-97C4152348B4}"/>
          </ac:picMkLst>
        </pc:picChg>
      </pc:sldChg>
      <pc:sldChg chg="addSp delSp modSp add mod ord modTransition modAnim chgLayout">
        <pc:chgData name="Jason Powell" userId="67fc0dff-6db8-4f1b-ac54-75c6f741d683" providerId="ADAL" clId="{E6AFD2F6-340B-4F5E-88D8-0BCD0CADE410}" dt="2026-01-10T00:24:12.964" v="6747"/>
        <pc:sldMkLst>
          <pc:docMk/>
          <pc:sldMk cId="4212640500" sldId="269"/>
        </pc:sldMkLst>
        <pc:spChg chg="mod ord">
          <ac:chgData name="Jason Powell" userId="67fc0dff-6db8-4f1b-ac54-75c6f741d683" providerId="ADAL" clId="{E6AFD2F6-340B-4F5E-88D8-0BCD0CADE410}" dt="2026-01-03T19:40:13.948" v="1323" actId="6264"/>
          <ac:spMkLst>
            <pc:docMk/>
            <pc:sldMk cId="4212640500" sldId="269"/>
            <ac:spMk id="2" creationId="{B21EFD86-BBFC-FB72-C88A-1733C744C501}"/>
          </ac:spMkLst>
        </pc:spChg>
        <pc:spChg chg="mod">
          <ac:chgData name="Jason Powell" userId="67fc0dff-6db8-4f1b-ac54-75c6f741d683" providerId="ADAL" clId="{E6AFD2F6-340B-4F5E-88D8-0BCD0CADE410}" dt="2026-01-09T16:30:52.285" v="6535" actId="14100"/>
          <ac:spMkLst>
            <pc:docMk/>
            <pc:sldMk cId="4212640500" sldId="269"/>
            <ac:spMk id="8" creationId="{D2A27D7F-AE53-0EA1-2F21-89D6B2055C20}"/>
          </ac:spMkLst>
        </pc:spChg>
        <pc:spChg chg="mod">
          <ac:chgData name="Jason Powell" userId="67fc0dff-6db8-4f1b-ac54-75c6f741d683" providerId="ADAL" clId="{E6AFD2F6-340B-4F5E-88D8-0BCD0CADE410}" dt="2026-01-09T16:30:46.652" v="6534" actId="14100"/>
          <ac:spMkLst>
            <pc:docMk/>
            <pc:sldMk cId="4212640500" sldId="269"/>
            <ac:spMk id="9" creationId="{0512FA2E-A5CB-D6AB-566F-DDC0F7690BAF}"/>
          </ac:spMkLst>
        </pc:spChg>
        <pc:spChg chg="mod">
          <ac:chgData name="Jason Powell" userId="67fc0dff-6db8-4f1b-ac54-75c6f741d683" providerId="ADAL" clId="{E6AFD2F6-340B-4F5E-88D8-0BCD0CADE410}" dt="2026-01-09T16:27:35.457" v="6523" actId="14100"/>
          <ac:spMkLst>
            <pc:docMk/>
            <pc:sldMk cId="4212640500" sldId="269"/>
            <ac:spMk id="10" creationId="{6D81C6D6-E3C7-8FA8-D9D8-4A65838DF307}"/>
          </ac:spMkLst>
        </pc:spChg>
        <pc:spChg chg="mod">
          <ac:chgData name="Jason Powell" userId="67fc0dff-6db8-4f1b-ac54-75c6f741d683" providerId="ADAL" clId="{E6AFD2F6-340B-4F5E-88D8-0BCD0CADE410}" dt="2026-01-09T16:27:29.325" v="6521" actId="14100"/>
          <ac:spMkLst>
            <pc:docMk/>
            <pc:sldMk cId="4212640500" sldId="269"/>
            <ac:spMk id="15" creationId="{E9BDC537-57CA-1B2E-2F6B-1B780042C578}"/>
          </ac:spMkLst>
        </pc:spChg>
        <pc:picChg chg="mod ord">
          <ac:chgData name="Jason Powell" userId="67fc0dff-6db8-4f1b-ac54-75c6f741d683" providerId="ADAL" clId="{E6AFD2F6-340B-4F5E-88D8-0BCD0CADE410}" dt="2026-01-03T19:42:06.949" v="1346" actId="1076"/>
          <ac:picMkLst>
            <pc:docMk/>
            <pc:sldMk cId="4212640500" sldId="269"/>
            <ac:picMk id="13" creationId="{C0907EFB-CA12-2B7A-E3AC-18742C371034}"/>
          </ac:picMkLst>
        </pc:picChg>
        <pc:picChg chg="add del mod">
          <ac:chgData name="Jason Powell" userId="67fc0dff-6db8-4f1b-ac54-75c6f741d683" providerId="ADAL" clId="{E6AFD2F6-340B-4F5E-88D8-0BCD0CADE410}" dt="2026-01-09T16:28:02.960" v="6528"/>
          <ac:picMkLst>
            <pc:docMk/>
            <pc:sldMk cId="4212640500" sldId="269"/>
            <ac:picMk id="22" creationId="{EB6CC3CE-FCCE-813A-CD46-C2D44C933D2F}"/>
          </ac:picMkLst>
        </pc:picChg>
        <pc:picChg chg="add del mod ord">
          <ac:chgData name="Jason Powell" userId="67fc0dff-6db8-4f1b-ac54-75c6f741d683" providerId="ADAL" clId="{E6AFD2F6-340B-4F5E-88D8-0BCD0CADE410}" dt="2026-01-09T16:28:43.316" v="6529"/>
          <ac:picMkLst>
            <pc:docMk/>
            <pc:sldMk cId="4212640500" sldId="269"/>
            <ac:picMk id="28" creationId="{071E12D2-3375-552C-EE7E-4DA81B333ADE}"/>
          </ac:picMkLst>
        </pc:picChg>
        <pc:picChg chg="add del mod">
          <ac:chgData name="Jason Powell" userId="67fc0dff-6db8-4f1b-ac54-75c6f741d683" providerId="ADAL" clId="{E6AFD2F6-340B-4F5E-88D8-0BCD0CADE410}" dt="2026-01-09T16:28:45.795" v="6531"/>
          <ac:picMkLst>
            <pc:docMk/>
            <pc:sldMk cId="4212640500" sldId="269"/>
            <ac:picMk id="29" creationId="{22110857-C374-E192-81BB-A9B671223160}"/>
          </ac:picMkLst>
        </pc:picChg>
        <pc:picChg chg="add del mod ord">
          <ac:chgData name="Jason Powell" userId="67fc0dff-6db8-4f1b-ac54-75c6f741d683" providerId="ADAL" clId="{E6AFD2F6-340B-4F5E-88D8-0BCD0CADE410}" dt="2026-01-09T16:30:35.257" v="6532"/>
          <ac:picMkLst>
            <pc:docMk/>
            <pc:sldMk cId="4212640500" sldId="269"/>
            <ac:picMk id="32" creationId="{1DA0F556-1DE7-4DBF-3927-9A08974CBAA1}"/>
          </ac:picMkLst>
        </pc:picChg>
        <pc:picChg chg="add del mod">
          <ac:chgData name="Jason Powell" userId="67fc0dff-6db8-4f1b-ac54-75c6f741d683" providerId="ADAL" clId="{E6AFD2F6-340B-4F5E-88D8-0BCD0CADE410}" dt="2026-01-09T16:34:15.201" v="6539"/>
          <ac:picMkLst>
            <pc:docMk/>
            <pc:sldMk cId="4212640500" sldId="269"/>
            <ac:picMk id="33" creationId="{F6EC5346-DAE0-5092-EACE-5BCCD44B9FA4}"/>
          </ac:picMkLst>
        </pc:picChg>
        <pc:picChg chg="add del mod ord">
          <ac:chgData name="Jason Powell" userId="67fc0dff-6db8-4f1b-ac54-75c6f741d683" providerId="ADAL" clId="{E6AFD2F6-340B-4F5E-88D8-0BCD0CADE410}" dt="2026-01-09T16:34:40.682" v="6540"/>
          <ac:picMkLst>
            <pc:docMk/>
            <pc:sldMk cId="4212640500" sldId="269"/>
            <ac:picMk id="41" creationId="{F6A8EF65-4154-AE79-3F66-6D17FDD55DA5}"/>
          </ac:picMkLst>
        </pc:picChg>
        <pc:picChg chg="add del mod">
          <ac:chgData name="Jason Powell" userId="67fc0dff-6db8-4f1b-ac54-75c6f741d683" providerId="ADAL" clId="{E6AFD2F6-340B-4F5E-88D8-0BCD0CADE410}" dt="2026-01-09T16:34:44.970" v="6542"/>
          <ac:picMkLst>
            <pc:docMk/>
            <pc:sldMk cId="4212640500" sldId="269"/>
            <ac:picMk id="42" creationId="{D922E7BA-4DB0-0186-6E67-A12F28D9EEEE}"/>
          </ac:picMkLst>
        </pc:picChg>
        <pc:picChg chg="add del mod ord">
          <ac:chgData name="Jason Powell" userId="67fc0dff-6db8-4f1b-ac54-75c6f741d683" providerId="ADAL" clId="{E6AFD2F6-340B-4F5E-88D8-0BCD0CADE410}" dt="2026-01-09T16:36:24.187" v="6543"/>
          <ac:picMkLst>
            <pc:docMk/>
            <pc:sldMk cId="4212640500" sldId="269"/>
            <ac:picMk id="45" creationId="{D35F386D-B084-7C7C-3C58-25E811632B52}"/>
          </ac:picMkLst>
        </pc:picChg>
        <pc:picChg chg="add del mod">
          <ac:chgData name="Jason Powell" userId="67fc0dff-6db8-4f1b-ac54-75c6f741d683" providerId="ADAL" clId="{E6AFD2F6-340B-4F5E-88D8-0BCD0CADE410}" dt="2026-01-09T16:36:29.090" v="6545"/>
          <ac:picMkLst>
            <pc:docMk/>
            <pc:sldMk cId="4212640500" sldId="269"/>
            <ac:picMk id="46" creationId="{95D07DEE-2357-2A2F-F4AF-9FEA33A71926}"/>
          </ac:picMkLst>
        </pc:picChg>
        <pc:picChg chg="add del mod ord">
          <ac:chgData name="Jason Powell" userId="67fc0dff-6db8-4f1b-ac54-75c6f741d683" providerId="ADAL" clId="{E6AFD2F6-340B-4F5E-88D8-0BCD0CADE410}" dt="2026-01-09T16:36:37.344" v="6546"/>
          <ac:picMkLst>
            <pc:docMk/>
            <pc:sldMk cId="4212640500" sldId="269"/>
            <ac:picMk id="49" creationId="{D27A3872-4389-1AAA-E6F4-25992CBFDD99}"/>
          </ac:picMkLst>
        </pc:picChg>
        <pc:picChg chg="add del mod">
          <ac:chgData name="Jason Powell" userId="67fc0dff-6db8-4f1b-ac54-75c6f741d683" providerId="ADAL" clId="{E6AFD2F6-340B-4F5E-88D8-0BCD0CADE410}" dt="2026-01-09T16:36:39.422" v="6548"/>
          <ac:picMkLst>
            <pc:docMk/>
            <pc:sldMk cId="4212640500" sldId="269"/>
            <ac:picMk id="50" creationId="{8B540683-E19F-F44C-B0CC-6ED043032032}"/>
          </ac:picMkLst>
        </pc:picChg>
        <pc:picChg chg="add del mod ord">
          <ac:chgData name="Jason Powell" userId="67fc0dff-6db8-4f1b-ac54-75c6f741d683" providerId="ADAL" clId="{E6AFD2F6-340B-4F5E-88D8-0BCD0CADE410}" dt="2026-01-09T16:36:47.665" v="6549"/>
          <ac:picMkLst>
            <pc:docMk/>
            <pc:sldMk cId="4212640500" sldId="269"/>
            <ac:picMk id="53" creationId="{C0299515-D6B1-9275-6303-F2B15DB49787}"/>
          </ac:picMkLst>
        </pc:picChg>
        <pc:picChg chg="add del mod">
          <ac:chgData name="Jason Powell" userId="67fc0dff-6db8-4f1b-ac54-75c6f741d683" providerId="ADAL" clId="{E6AFD2F6-340B-4F5E-88D8-0BCD0CADE410}" dt="2026-01-09T16:36:50.603" v="6551"/>
          <ac:picMkLst>
            <pc:docMk/>
            <pc:sldMk cId="4212640500" sldId="269"/>
            <ac:picMk id="54" creationId="{EBC39310-9B92-B0E5-878C-E1AA6F35020B}"/>
          </ac:picMkLst>
        </pc:picChg>
        <pc:picChg chg="add del mod ord">
          <ac:chgData name="Jason Powell" userId="67fc0dff-6db8-4f1b-ac54-75c6f741d683" providerId="ADAL" clId="{E6AFD2F6-340B-4F5E-88D8-0BCD0CADE410}" dt="2026-01-09T16:38:48.595" v="6552"/>
          <ac:picMkLst>
            <pc:docMk/>
            <pc:sldMk cId="4212640500" sldId="269"/>
            <ac:picMk id="57" creationId="{87758D1A-1C66-7031-AD52-6232EC99DBEF}"/>
          </ac:picMkLst>
        </pc:pic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4212640500" sldId="269"/>
            <ac:picMk id="58" creationId="{A8359DC2-381A-F7A6-8AC5-011A16FB4FF4}"/>
          </ac:picMkLst>
        </pc:picChg>
        <pc:cxnChg chg="mod">
          <ac:chgData name="Jason Powell" userId="67fc0dff-6db8-4f1b-ac54-75c6f741d683" providerId="ADAL" clId="{E6AFD2F6-340B-4F5E-88D8-0BCD0CADE410}" dt="2026-01-09T16:31:00.325" v="6537" actId="14100"/>
          <ac:cxnSpMkLst>
            <pc:docMk/>
            <pc:sldMk cId="4212640500" sldId="269"/>
            <ac:cxnSpMk id="7" creationId="{3A6427FA-7E80-2298-A282-D4C5791ABCE2}"/>
          </ac:cxnSpMkLst>
        </pc:cxnChg>
        <pc:cxnChg chg="mod">
          <ac:chgData name="Jason Powell" userId="67fc0dff-6db8-4f1b-ac54-75c6f741d683" providerId="ADAL" clId="{E6AFD2F6-340B-4F5E-88D8-0BCD0CADE410}" dt="2026-01-09T16:27:40.001" v="6524" actId="14100"/>
          <ac:cxnSpMkLst>
            <pc:docMk/>
            <pc:sldMk cId="4212640500" sldId="269"/>
            <ac:cxnSpMk id="11" creationId="{EA3D8777-848B-8FF3-ADB8-E19434E3DC53}"/>
          </ac:cxnSpMkLst>
        </pc:cxnChg>
        <pc:cxnChg chg="mod">
          <ac:chgData name="Jason Powell" userId="67fc0dff-6db8-4f1b-ac54-75c6f741d683" providerId="ADAL" clId="{E6AFD2F6-340B-4F5E-88D8-0BCD0CADE410}" dt="2026-01-09T16:27:46.476" v="6526" actId="14100"/>
          <ac:cxnSpMkLst>
            <pc:docMk/>
            <pc:sldMk cId="4212640500" sldId="269"/>
            <ac:cxnSpMk id="16" creationId="{208803DF-087D-DFC6-6333-77B9543723F7}"/>
          </ac:cxnSpMkLst>
        </pc:cxnChg>
      </pc:sldChg>
      <pc:sldChg chg="addSp delSp modSp new mod modTransition setBg modAnim">
        <pc:chgData name="Jason Powell" userId="67fc0dff-6db8-4f1b-ac54-75c6f741d683" providerId="ADAL" clId="{E6AFD2F6-340B-4F5E-88D8-0BCD0CADE410}" dt="2026-01-10T00:24:12.964" v="6747"/>
        <pc:sldMkLst>
          <pc:docMk/>
          <pc:sldMk cId="10050122" sldId="270"/>
        </pc:sldMkLst>
        <pc:spChg chg="mod">
          <ac:chgData name="Jason Powell" userId="67fc0dff-6db8-4f1b-ac54-75c6f741d683" providerId="ADAL" clId="{E6AFD2F6-340B-4F5E-88D8-0BCD0CADE410}" dt="2026-01-03T19:24:45.701" v="1228" actId="26606"/>
          <ac:spMkLst>
            <pc:docMk/>
            <pc:sldMk cId="10050122" sldId="270"/>
            <ac:spMk id="2" creationId="{CA69CC37-D43B-D4E0-326D-4DE352675FD8}"/>
          </ac:spMkLst>
        </pc:spChg>
        <pc:spChg chg="add">
          <ac:chgData name="Jason Powell" userId="67fc0dff-6db8-4f1b-ac54-75c6f741d683" providerId="ADAL" clId="{E6AFD2F6-340B-4F5E-88D8-0BCD0CADE410}" dt="2026-01-03T19:24:45.701" v="1228" actId="26606"/>
          <ac:spMkLst>
            <pc:docMk/>
            <pc:sldMk cId="10050122" sldId="270"/>
            <ac:spMk id="18" creationId="{6C4028FD-8BAA-4A19-BFDE-594D991B7552}"/>
          </ac:spMkLst>
        </pc:spChg>
        <pc:graphicFrameChg chg="add mod modGraphic">
          <ac:chgData name="Jason Powell" userId="67fc0dff-6db8-4f1b-ac54-75c6f741d683" providerId="ADAL" clId="{E6AFD2F6-340B-4F5E-88D8-0BCD0CADE410}" dt="2026-01-03T19:37:59.704" v="1288" actId="207"/>
          <ac:graphicFrameMkLst>
            <pc:docMk/>
            <pc:sldMk cId="10050122" sldId="270"/>
            <ac:graphicFrameMk id="13" creationId="{25B497C3-6C8A-D464-2B7D-3E84ECCE39CF}"/>
          </ac:graphicFrameMkLst>
        </pc:graphicFrameChg>
        <pc:picChg chg="add del mod">
          <ac:chgData name="Jason Powell" userId="67fc0dff-6db8-4f1b-ac54-75c6f741d683" providerId="ADAL" clId="{E6AFD2F6-340B-4F5E-88D8-0BCD0CADE410}" dt="2026-01-09T16:39:27.325" v="6555"/>
          <ac:picMkLst>
            <pc:docMk/>
            <pc:sldMk cId="10050122" sldId="270"/>
            <ac:picMk id="33" creationId="{BCB27D3A-C196-7FD7-8E90-068BA694DD33}"/>
          </ac:picMkLst>
        </pc:picChg>
        <pc:picChg chg="add del mod ord">
          <ac:chgData name="Jason Powell" userId="67fc0dff-6db8-4f1b-ac54-75c6f741d683" providerId="ADAL" clId="{E6AFD2F6-340B-4F5E-88D8-0BCD0CADE410}" dt="2026-01-09T16:39:51.080" v="6556"/>
          <ac:picMkLst>
            <pc:docMk/>
            <pc:sldMk cId="10050122" sldId="270"/>
            <ac:picMk id="36" creationId="{C4A55D91-8AC4-9534-8BB8-21F1E7258A00}"/>
          </ac:picMkLst>
        </pc:picChg>
        <pc:picChg chg="add del mod">
          <ac:chgData name="Jason Powell" userId="67fc0dff-6db8-4f1b-ac54-75c6f741d683" providerId="ADAL" clId="{E6AFD2F6-340B-4F5E-88D8-0BCD0CADE410}" dt="2026-01-09T16:39:57.932" v="6558"/>
          <ac:picMkLst>
            <pc:docMk/>
            <pc:sldMk cId="10050122" sldId="270"/>
            <ac:picMk id="37" creationId="{B65CFF7A-4232-926B-B091-615CC584A73D}"/>
          </ac:picMkLst>
        </pc:picChg>
        <pc:picChg chg="add del mod ord">
          <ac:chgData name="Jason Powell" userId="67fc0dff-6db8-4f1b-ac54-75c6f741d683" providerId="ADAL" clId="{E6AFD2F6-340B-4F5E-88D8-0BCD0CADE410}" dt="2026-01-09T16:40:05.955" v="6559"/>
          <ac:picMkLst>
            <pc:docMk/>
            <pc:sldMk cId="10050122" sldId="270"/>
            <ac:picMk id="41" creationId="{3F3F11DA-A970-0861-D252-A1E02DEDC83B}"/>
          </ac:picMkLst>
        </pc:picChg>
        <pc:picChg chg="add del mod">
          <ac:chgData name="Jason Powell" userId="67fc0dff-6db8-4f1b-ac54-75c6f741d683" providerId="ADAL" clId="{E6AFD2F6-340B-4F5E-88D8-0BCD0CADE410}" dt="2026-01-09T16:40:07.334" v="6561"/>
          <ac:picMkLst>
            <pc:docMk/>
            <pc:sldMk cId="10050122" sldId="270"/>
            <ac:picMk id="42" creationId="{FCEB3A73-A257-DCF5-E145-15FC936D1532}"/>
          </ac:picMkLst>
        </pc:picChg>
        <pc:picChg chg="add del mod ord">
          <ac:chgData name="Jason Powell" userId="67fc0dff-6db8-4f1b-ac54-75c6f741d683" providerId="ADAL" clId="{E6AFD2F6-340B-4F5E-88D8-0BCD0CADE410}" dt="2026-01-09T16:40:15.366" v="6562"/>
          <ac:picMkLst>
            <pc:docMk/>
            <pc:sldMk cId="10050122" sldId="270"/>
            <ac:picMk id="45" creationId="{77C0FE11-F65E-7B6B-1D0B-E45E6D613E7A}"/>
          </ac:picMkLst>
        </pc:picChg>
        <pc:picChg chg="add del mod">
          <ac:chgData name="Jason Powell" userId="67fc0dff-6db8-4f1b-ac54-75c6f741d683" providerId="ADAL" clId="{E6AFD2F6-340B-4F5E-88D8-0BCD0CADE410}" dt="2026-01-09T16:40:16.662" v="6564"/>
          <ac:picMkLst>
            <pc:docMk/>
            <pc:sldMk cId="10050122" sldId="270"/>
            <ac:picMk id="46" creationId="{C8569DA1-C0A6-17CB-F1F5-FFC8C181E704}"/>
          </ac:picMkLst>
        </pc:picChg>
        <pc:picChg chg="add del mod ord">
          <ac:chgData name="Jason Powell" userId="67fc0dff-6db8-4f1b-ac54-75c6f741d683" providerId="ADAL" clId="{E6AFD2F6-340B-4F5E-88D8-0BCD0CADE410}" dt="2026-01-09T16:42:18.227" v="6565"/>
          <ac:picMkLst>
            <pc:docMk/>
            <pc:sldMk cId="10050122" sldId="270"/>
            <ac:picMk id="49" creationId="{F9B4F82A-3EF9-BD63-5EF3-22BAA26A0BDB}"/>
          </ac:picMkLst>
        </pc:pic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10050122" sldId="270"/>
            <ac:picMk id="50" creationId="{C7657F7D-26D2-C378-A3D8-1D525898F924}"/>
          </ac:picMkLst>
        </pc:picChg>
      </pc:sldChg>
      <pc:sldChg chg="addSp delSp modSp new mod modTransition modAnim">
        <pc:chgData name="Jason Powell" userId="67fc0dff-6db8-4f1b-ac54-75c6f741d683" providerId="ADAL" clId="{E6AFD2F6-340B-4F5E-88D8-0BCD0CADE410}" dt="2026-01-10T00:24:12.964" v="6747"/>
        <pc:sldMkLst>
          <pc:docMk/>
          <pc:sldMk cId="186961037" sldId="273"/>
        </pc:sldMkLst>
        <pc:spChg chg="mod">
          <ac:chgData name="Jason Powell" userId="67fc0dff-6db8-4f1b-ac54-75c6f741d683" providerId="ADAL" clId="{E6AFD2F6-340B-4F5E-88D8-0BCD0CADE410}" dt="2026-01-03T21:50:38.059" v="3448"/>
          <ac:spMkLst>
            <pc:docMk/>
            <pc:sldMk cId="186961037" sldId="273"/>
            <ac:spMk id="2" creationId="{F2F57352-DA35-1F90-9187-6F4252D7ABC3}"/>
          </ac:spMkLst>
        </pc:spChg>
        <pc:graphicFrameChg chg="add mod modGraphic">
          <ac:chgData name="Jason Powell" userId="67fc0dff-6db8-4f1b-ac54-75c6f741d683" providerId="ADAL" clId="{E6AFD2F6-340B-4F5E-88D8-0BCD0CADE410}" dt="2026-01-09T17:42:19.080" v="6682" actId="20577"/>
          <ac:graphicFrameMkLst>
            <pc:docMk/>
            <pc:sldMk cId="186961037" sldId="273"/>
            <ac:graphicFrameMk id="5" creationId="{79AF0038-F0F1-4889-2824-AE4F6588627F}"/>
          </ac:graphicFrameMkLst>
        </pc:graphicFrameChg>
        <pc:picChg chg="add del mod">
          <ac:chgData name="Jason Powell" userId="67fc0dff-6db8-4f1b-ac54-75c6f741d683" providerId="ADAL" clId="{E6AFD2F6-340B-4F5E-88D8-0BCD0CADE410}" dt="2026-01-09T16:42:53.225" v="6568"/>
          <ac:picMkLst>
            <pc:docMk/>
            <pc:sldMk cId="186961037" sldId="273"/>
            <ac:picMk id="26" creationId="{7E1B0904-6330-6CEC-A26E-178CC497CD99}"/>
          </ac:picMkLst>
        </pc:picChg>
        <pc:picChg chg="add del mod ord">
          <ac:chgData name="Jason Powell" userId="67fc0dff-6db8-4f1b-ac54-75c6f741d683" providerId="ADAL" clId="{E6AFD2F6-340B-4F5E-88D8-0BCD0CADE410}" dt="2026-01-09T16:43:25.427" v="6569"/>
          <ac:picMkLst>
            <pc:docMk/>
            <pc:sldMk cId="186961037" sldId="273"/>
            <ac:picMk id="29" creationId="{E6D75F0E-E805-9C72-F93C-3C95D2AD89AE}"/>
          </ac:picMkLst>
        </pc:picChg>
        <pc:picChg chg="add del mod">
          <ac:chgData name="Jason Powell" userId="67fc0dff-6db8-4f1b-ac54-75c6f741d683" providerId="ADAL" clId="{E6AFD2F6-340B-4F5E-88D8-0BCD0CADE410}" dt="2026-01-09T16:43:36.104" v="6571"/>
          <ac:picMkLst>
            <pc:docMk/>
            <pc:sldMk cId="186961037" sldId="273"/>
            <ac:picMk id="30" creationId="{1BD4D421-1312-424B-B6EF-8D02E362274A}"/>
          </ac:picMkLst>
        </pc:picChg>
        <pc:picChg chg="add del mod ord">
          <ac:chgData name="Jason Powell" userId="67fc0dff-6db8-4f1b-ac54-75c6f741d683" providerId="ADAL" clId="{E6AFD2F6-340B-4F5E-88D8-0BCD0CADE410}" dt="2026-01-09T16:44:43.446" v="6572"/>
          <ac:picMkLst>
            <pc:docMk/>
            <pc:sldMk cId="186961037" sldId="273"/>
            <ac:picMk id="38" creationId="{613DF05D-2F53-8F5B-213D-64ADBE8043D5}"/>
          </ac:picMkLst>
        </pc:picChg>
        <pc:picChg chg="add del mod">
          <ac:chgData name="Jason Powell" userId="67fc0dff-6db8-4f1b-ac54-75c6f741d683" providerId="ADAL" clId="{E6AFD2F6-340B-4F5E-88D8-0BCD0CADE410}" dt="2026-01-09T16:44:50.505" v="6574"/>
          <ac:picMkLst>
            <pc:docMk/>
            <pc:sldMk cId="186961037" sldId="273"/>
            <ac:picMk id="39" creationId="{2F854406-8998-52DA-5222-167AC92B3939}"/>
          </ac:picMkLst>
        </pc:picChg>
        <pc:picChg chg="add del mod ord">
          <ac:chgData name="Jason Powell" userId="67fc0dff-6db8-4f1b-ac54-75c6f741d683" providerId="ADAL" clId="{E6AFD2F6-340B-4F5E-88D8-0BCD0CADE410}" dt="2026-01-09T16:45:06.896" v="6575"/>
          <ac:picMkLst>
            <pc:docMk/>
            <pc:sldMk cId="186961037" sldId="273"/>
            <ac:picMk id="42" creationId="{A28249E4-3A80-B167-C6C2-3702144FA7AF}"/>
          </ac:picMkLst>
        </pc:picChg>
        <pc:picChg chg="add del mod">
          <ac:chgData name="Jason Powell" userId="67fc0dff-6db8-4f1b-ac54-75c6f741d683" providerId="ADAL" clId="{E6AFD2F6-340B-4F5E-88D8-0BCD0CADE410}" dt="2026-01-09T16:45:08.151" v="6577"/>
          <ac:picMkLst>
            <pc:docMk/>
            <pc:sldMk cId="186961037" sldId="273"/>
            <ac:picMk id="43" creationId="{B7B7E546-3DE9-F66A-6120-DBC03956E6C6}"/>
          </ac:picMkLst>
        </pc:picChg>
        <pc:picChg chg="add del mod ord">
          <ac:chgData name="Jason Powell" userId="67fc0dff-6db8-4f1b-ac54-75c6f741d683" providerId="ADAL" clId="{E6AFD2F6-340B-4F5E-88D8-0BCD0CADE410}" dt="2026-01-09T16:45:32.032" v="6578"/>
          <ac:picMkLst>
            <pc:docMk/>
            <pc:sldMk cId="186961037" sldId="273"/>
            <ac:picMk id="46" creationId="{BB9F1C08-F139-613F-AB20-4C1C4822356B}"/>
          </ac:picMkLst>
        </pc:picChg>
        <pc:picChg chg="add del mod">
          <ac:chgData name="Jason Powell" userId="67fc0dff-6db8-4f1b-ac54-75c6f741d683" providerId="ADAL" clId="{E6AFD2F6-340B-4F5E-88D8-0BCD0CADE410}" dt="2026-01-09T16:45:46.725" v="6580"/>
          <ac:picMkLst>
            <pc:docMk/>
            <pc:sldMk cId="186961037" sldId="273"/>
            <ac:picMk id="47" creationId="{22650115-3232-F3CC-161B-7302579BE934}"/>
          </ac:picMkLst>
        </pc:picChg>
        <pc:picChg chg="add del mod ord">
          <ac:chgData name="Jason Powell" userId="67fc0dff-6db8-4f1b-ac54-75c6f741d683" providerId="ADAL" clId="{E6AFD2F6-340B-4F5E-88D8-0BCD0CADE410}" dt="2026-01-09T16:46:07.123" v="6581"/>
          <ac:picMkLst>
            <pc:docMk/>
            <pc:sldMk cId="186961037" sldId="273"/>
            <ac:picMk id="51" creationId="{D3ADAA39-36E1-6755-1559-606195B24AF3}"/>
          </ac:picMkLst>
        </pc:picChg>
        <pc:picChg chg="add del mod">
          <ac:chgData name="Jason Powell" userId="67fc0dff-6db8-4f1b-ac54-75c6f741d683" providerId="ADAL" clId="{E6AFD2F6-340B-4F5E-88D8-0BCD0CADE410}" dt="2026-01-09T16:46:10.050" v="6583"/>
          <ac:picMkLst>
            <pc:docMk/>
            <pc:sldMk cId="186961037" sldId="273"/>
            <ac:picMk id="52" creationId="{91E4C812-07D3-4BD9-354D-EF393C835D17}"/>
          </ac:picMkLst>
        </pc:picChg>
        <pc:picChg chg="add del mod ord">
          <ac:chgData name="Jason Powell" userId="67fc0dff-6db8-4f1b-ac54-75c6f741d683" providerId="ADAL" clId="{E6AFD2F6-340B-4F5E-88D8-0BCD0CADE410}" dt="2026-01-09T16:47:25.070" v="6584"/>
          <ac:picMkLst>
            <pc:docMk/>
            <pc:sldMk cId="186961037" sldId="273"/>
            <ac:picMk id="55" creationId="{B982F418-7A3E-3FA1-19EC-B2362214F8F8}"/>
          </ac:picMkLst>
        </pc:picChg>
        <pc:picChg chg="add del mod">
          <ac:chgData name="Jason Powell" userId="67fc0dff-6db8-4f1b-ac54-75c6f741d683" providerId="ADAL" clId="{E6AFD2F6-340B-4F5E-88D8-0BCD0CADE410}" dt="2026-01-09T16:47:27.317" v="6586"/>
          <ac:picMkLst>
            <pc:docMk/>
            <pc:sldMk cId="186961037" sldId="273"/>
            <ac:picMk id="56" creationId="{3D453D87-FB11-A1E5-0FDC-89FCF6C3E472}"/>
          </ac:picMkLst>
        </pc:picChg>
        <pc:picChg chg="add del mod ord">
          <ac:chgData name="Jason Powell" userId="67fc0dff-6db8-4f1b-ac54-75c6f741d683" providerId="ADAL" clId="{E6AFD2F6-340B-4F5E-88D8-0BCD0CADE410}" dt="2026-01-09T16:47:34.743" v="6587"/>
          <ac:picMkLst>
            <pc:docMk/>
            <pc:sldMk cId="186961037" sldId="273"/>
            <ac:picMk id="59" creationId="{620DCFC1-2717-CB61-688F-F9BD5B8ADE7D}"/>
          </ac:picMkLst>
        </pc:picChg>
        <pc:picChg chg="add del mod">
          <ac:chgData name="Jason Powell" userId="67fc0dff-6db8-4f1b-ac54-75c6f741d683" providerId="ADAL" clId="{E6AFD2F6-340B-4F5E-88D8-0BCD0CADE410}" dt="2026-01-09T16:48:00.530" v="6589"/>
          <ac:picMkLst>
            <pc:docMk/>
            <pc:sldMk cId="186961037" sldId="273"/>
            <ac:picMk id="60" creationId="{22988B8B-567C-1807-6B1A-0655290BB3F8}"/>
          </ac:picMkLst>
        </pc:picChg>
        <pc:picChg chg="add del mod ord">
          <ac:chgData name="Jason Powell" userId="67fc0dff-6db8-4f1b-ac54-75c6f741d683" providerId="ADAL" clId="{E6AFD2F6-340B-4F5E-88D8-0BCD0CADE410}" dt="2026-01-09T16:48:43.974" v="6590"/>
          <ac:picMkLst>
            <pc:docMk/>
            <pc:sldMk cId="186961037" sldId="273"/>
            <ac:picMk id="63" creationId="{9BCA4534-9AB4-CE7C-F07B-A15A6EF5EFD3}"/>
          </ac:picMkLst>
        </pc:picChg>
        <pc:picChg chg="add del mod">
          <ac:chgData name="Jason Powell" userId="67fc0dff-6db8-4f1b-ac54-75c6f741d683" providerId="ADAL" clId="{E6AFD2F6-340B-4F5E-88D8-0BCD0CADE410}" dt="2026-01-09T16:48:46.765" v="6592"/>
          <ac:picMkLst>
            <pc:docMk/>
            <pc:sldMk cId="186961037" sldId="273"/>
            <ac:picMk id="64" creationId="{BDB8D626-F218-9AB3-0069-EDDCF4E98D48}"/>
          </ac:picMkLst>
        </pc:picChg>
        <pc:picChg chg="add del mod ord">
          <ac:chgData name="Jason Powell" userId="67fc0dff-6db8-4f1b-ac54-75c6f741d683" providerId="ADAL" clId="{E6AFD2F6-340B-4F5E-88D8-0BCD0CADE410}" dt="2026-01-09T16:49:37.397" v="6593"/>
          <ac:picMkLst>
            <pc:docMk/>
            <pc:sldMk cId="186961037" sldId="273"/>
            <ac:picMk id="67" creationId="{3573F0D4-1F26-01D9-9280-A423878E8C8C}"/>
          </ac:picMkLst>
        </pc:picChg>
        <pc:picChg chg="add del mod">
          <ac:chgData name="Jason Powell" userId="67fc0dff-6db8-4f1b-ac54-75c6f741d683" providerId="ADAL" clId="{E6AFD2F6-340B-4F5E-88D8-0BCD0CADE410}" dt="2026-01-09T16:49:41.180" v="6595"/>
          <ac:picMkLst>
            <pc:docMk/>
            <pc:sldMk cId="186961037" sldId="273"/>
            <ac:picMk id="68" creationId="{792A948C-A8B4-E8E5-6473-227F5D16972D}"/>
          </ac:picMkLst>
        </pc:picChg>
        <pc:picChg chg="add del mod ord">
          <ac:chgData name="Jason Powell" userId="67fc0dff-6db8-4f1b-ac54-75c6f741d683" providerId="ADAL" clId="{E6AFD2F6-340B-4F5E-88D8-0BCD0CADE410}" dt="2026-01-09T16:50:25.207" v="6596"/>
          <ac:picMkLst>
            <pc:docMk/>
            <pc:sldMk cId="186961037" sldId="273"/>
            <ac:picMk id="71" creationId="{1AE32E30-8B78-1C1A-484C-86A7768069A3}"/>
          </ac:picMkLst>
        </pc:picChg>
        <pc:picChg chg="add del mod">
          <ac:chgData name="Jason Powell" userId="67fc0dff-6db8-4f1b-ac54-75c6f741d683" providerId="ADAL" clId="{E6AFD2F6-340B-4F5E-88D8-0BCD0CADE410}" dt="2026-01-09T16:50:27.363" v="6598"/>
          <ac:picMkLst>
            <pc:docMk/>
            <pc:sldMk cId="186961037" sldId="273"/>
            <ac:picMk id="72" creationId="{237A26A8-E243-E2CC-3CCD-FE452ACB068B}"/>
          </ac:picMkLst>
        </pc:picChg>
        <pc:picChg chg="add del mod ord">
          <ac:chgData name="Jason Powell" userId="67fc0dff-6db8-4f1b-ac54-75c6f741d683" providerId="ADAL" clId="{E6AFD2F6-340B-4F5E-88D8-0BCD0CADE410}" dt="2026-01-09T16:52:40.967" v="6599"/>
          <ac:picMkLst>
            <pc:docMk/>
            <pc:sldMk cId="186961037" sldId="273"/>
            <ac:picMk id="75" creationId="{05DCE836-4080-6ECE-0197-577320C9D453}"/>
          </ac:picMkLst>
        </pc:picChg>
        <pc:picChg chg="add del mod">
          <ac:chgData name="Jason Powell" userId="67fc0dff-6db8-4f1b-ac54-75c6f741d683" providerId="ADAL" clId="{E6AFD2F6-340B-4F5E-88D8-0BCD0CADE410}" dt="2026-01-09T16:53:36.804" v="6631"/>
          <ac:picMkLst>
            <pc:docMk/>
            <pc:sldMk cId="186961037" sldId="273"/>
            <ac:picMk id="76" creationId="{B1F9EC09-4B86-E67B-3790-40882EFE19C0}"/>
          </ac:picMkLst>
        </pc:picChg>
        <pc:picChg chg="add del mod ord">
          <ac:chgData name="Jason Powell" userId="67fc0dff-6db8-4f1b-ac54-75c6f741d683" providerId="ADAL" clId="{E6AFD2F6-340B-4F5E-88D8-0BCD0CADE410}" dt="2026-01-09T16:54:39.073" v="6632"/>
          <ac:picMkLst>
            <pc:docMk/>
            <pc:sldMk cId="186961037" sldId="273"/>
            <ac:picMk id="82" creationId="{F0282318-87E9-467D-AEDC-106CF3089B87}"/>
          </ac:picMkLst>
        </pc:picChg>
        <pc:picChg chg="add del mod">
          <ac:chgData name="Jason Powell" userId="67fc0dff-6db8-4f1b-ac54-75c6f741d683" providerId="ADAL" clId="{E6AFD2F6-340B-4F5E-88D8-0BCD0CADE410}" dt="2026-01-09T16:54:42.105" v="6634"/>
          <ac:picMkLst>
            <pc:docMk/>
            <pc:sldMk cId="186961037" sldId="273"/>
            <ac:picMk id="83" creationId="{D781508F-3AA6-7828-3D5D-AB5AEC52DC4D}"/>
          </ac:picMkLst>
        </pc:picChg>
        <pc:picChg chg="add del mod ord">
          <ac:chgData name="Jason Powell" userId="67fc0dff-6db8-4f1b-ac54-75c6f741d683" providerId="ADAL" clId="{E6AFD2F6-340B-4F5E-88D8-0BCD0CADE410}" dt="2026-01-09T16:56:41.395" v="6635"/>
          <ac:picMkLst>
            <pc:docMk/>
            <pc:sldMk cId="186961037" sldId="273"/>
            <ac:picMk id="86" creationId="{7B787815-A473-0DAD-3A9A-0E02BCD93942}"/>
          </ac:picMkLst>
        </pc:picChg>
        <pc:picChg chg="add del mod">
          <ac:chgData name="Jason Powell" userId="67fc0dff-6db8-4f1b-ac54-75c6f741d683" providerId="ADAL" clId="{E6AFD2F6-340B-4F5E-88D8-0BCD0CADE410}" dt="2026-01-09T16:56:44.049" v="6637"/>
          <ac:picMkLst>
            <pc:docMk/>
            <pc:sldMk cId="186961037" sldId="273"/>
            <ac:picMk id="87" creationId="{64200F31-D029-A3C5-94DE-253AB0BE5479}"/>
          </ac:picMkLst>
        </pc:picChg>
        <pc:picChg chg="add del mod ord">
          <ac:chgData name="Jason Powell" userId="67fc0dff-6db8-4f1b-ac54-75c6f741d683" providerId="ADAL" clId="{E6AFD2F6-340B-4F5E-88D8-0BCD0CADE410}" dt="2026-01-09T16:57:14.957" v="6638"/>
          <ac:picMkLst>
            <pc:docMk/>
            <pc:sldMk cId="186961037" sldId="273"/>
            <ac:picMk id="90" creationId="{F7558ACC-0B90-1666-0369-38488BCE1519}"/>
          </ac:picMkLst>
        </pc:picChg>
        <pc:picChg chg="add del mod">
          <ac:chgData name="Jason Powell" userId="67fc0dff-6db8-4f1b-ac54-75c6f741d683" providerId="ADAL" clId="{E6AFD2F6-340B-4F5E-88D8-0BCD0CADE410}" dt="2026-01-09T17:37:44.180" v="6640"/>
          <ac:picMkLst>
            <pc:docMk/>
            <pc:sldMk cId="186961037" sldId="273"/>
            <ac:picMk id="91" creationId="{CB9EB57B-DB0C-BA69-033F-808315F7DAE6}"/>
          </ac:picMkLst>
        </pc:picChg>
        <pc:picChg chg="add del mod ord">
          <ac:chgData name="Jason Powell" userId="67fc0dff-6db8-4f1b-ac54-75c6f741d683" providerId="ADAL" clId="{E6AFD2F6-340B-4F5E-88D8-0BCD0CADE410}" dt="2026-01-09T17:37:56.437" v="6641"/>
          <ac:picMkLst>
            <pc:docMk/>
            <pc:sldMk cId="186961037" sldId="273"/>
            <ac:picMk id="95" creationId="{1C55DCE6-9438-F2CB-2FA9-D61B16964491}"/>
          </ac:picMkLst>
        </pc:picChg>
        <pc:picChg chg="add del mod">
          <ac:chgData name="Jason Powell" userId="67fc0dff-6db8-4f1b-ac54-75c6f741d683" providerId="ADAL" clId="{E6AFD2F6-340B-4F5E-88D8-0BCD0CADE410}" dt="2026-01-09T17:37:58.017" v="6643"/>
          <ac:picMkLst>
            <pc:docMk/>
            <pc:sldMk cId="186961037" sldId="273"/>
            <ac:picMk id="96" creationId="{8393F276-637D-444A-0D1F-11192CBE747D}"/>
          </ac:picMkLst>
        </pc:picChg>
        <pc:picChg chg="add del mod ord">
          <ac:chgData name="Jason Powell" userId="67fc0dff-6db8-4f1b-ac54-75c6f741d683" providerId="ADAL" clId="{E6AFD2F6-340B-4F5E-88D8-0BCD0CADE410}" dt="2026-01-09T17:38:56.107" v="6644"/>
          <ac:picMkLst>
            <pc:docMk/>
            <pc:sldMk cId="186961037" sldId="273"/>
            <ac:picMk id="99" creationId="{DA955EF8-5101-0141-5214-E4C2310182F2}"/>
          </ac:picMkLst>
        </pc:picChg>
        <pc:picChg chg="add del mod">
          <ac:chgData name="Jason Powell" userId="67fc0dff-6db8-4f1b-ac54-75c6f741d683" providerId="ADAL" clId="{E6AFD2F6-340B-4F5E-88D8-0BCD0CADE410}" dt="2026-01-09T17:38:57.961" v="6646"/>
          <ac:picMkLst>
            <pc:docMk/>
            <pc:sldMk cId="186961037" sldId="273"/>
            <ac:picMk id="100" creationId="{FE87E54E-7698-D557-1F2D-F1D7CC790828}"/>
          </ac:picMkLst>
        </pc:picChg>
        <pc:picChg chg="add del mod ord">
          <ac:chgData name="Jason Powell" userId="67fc0dff-6db8-4f1b-ac54-75c6f741d683" providerId="ADAL" clId="{E6AFD2F6-340B-4F5E-88D8-0BCD0CADE410}" dt="2026-01-09T17:41:45.291" v="6647"/>
          <ac:picMkLst>
            <pc:docMk/>
            <pc:sldMk cId="186961037" sldId="273"/>
            <ac:picMk id="103" creationId="{FF66108D-E119-BCBC-63E5-76EFE8DC4860}"/>
          </ac:picMkLst>
        </pc:picChg>
        <pc:picChg chg="add del mod">
          <ac:chgData name="Jason Powell" userId="67fc0dff-6db8-4f1b-ac54-75c6f741d683" providerId="ADAL" clId="{E6AFD2F6-340B-4F5E-88D8-0BCD0CADE410}" dt="2026-01-09T17:42:31.945" v="6684"/>
          <ac:picMkLst>
            <pc:docMk/>
            <pc:sldMk cId="186961037" sldId="273"/>
            <ac:picMk id="104" creationId="{36A434A8-0642-5E7F-3738-D9AF5AFEA2C9}"/>
          </ac:picMkLst>
        </pc:picChg>
        <pc:picChg chg="add del mod ord">
          <ac:chgData name="Jason Powell" userId="67fc0dff-6db8-4f1b-ac54-75c6f741d683" providerId="ADAL" clId="{E6AFD2F6-340B-4F5E-88D8-0BCD0CADE410}" dt="2026-01-09T17:43:33.678" v="6685"/>
          <ac:picMkLst>
            <pc:docMk/>
            <pc:sldMk cId="186961037" sldId="273"/>
            <ac:picMk id="108" creationId="{6622A5EA-90FC-6A76-1977-ACA7FA550CB9}"/>
          </ac:picMkLst>
        </pc:picChg>
        <pc:picChg chg="add del mod">
          <ac:chgData name="Jason Powell" userId="67fc0dff-6db8-4f1b-ac54-75c6f741d683" providerId="ADAL" clId="{E6AFD2F6-340B-4F5E-88D8-0BCD0CADE410}" dt="2026-01-09T17:43:54.732" v="6687"/>
          <ac:picMkLst>
            <pc:docMk/>
            <pc:sldMk cId="186961037" sldId="273"/>
            <ac:picMk id="109" creationId="{1BBACC29-CC12-AE78-0E87-E199FBF1B538}"/>
          </ac:picMkLst>
        </pc:picChg>
        <pc:picChg chg="add del mod ord">
          <ac:chgData name="Jason Powell" userId="67fc0dff-6db8-4f1b-ac54-75c6f741d683" providerId="ADAL" clId="{E6AFD2F6-340B-4F5E-88D8-0BCD0CADE410}" dt="2026-01-09T17:47:02.534" v="6688"/>
          <ac:picMkLst>
            <pc:docMk/>
            <pc:sldMk cId="186961037" sldId="273"/>
            <ac:picMk id="112" creationId="{274035C7-1F23-D2F7-C263-AA4B864264EE}"/>
          </ac:picMkLst>
        </pc:picChg>
        <pc:picChg chg="add del mod">
          <ac:chgData name="Jason Powell" userId="67fc0dff-6db8-4f1b-ac54-75c6f741d683" providerId="ADAL" clId="{E6AFD2F6-340B-4F5E-88D8-0BCD0CADE410}" dt="2026-01-09T17:47:04.289" v="6690"/>
          <ac:picMkLst>
            <pc:docMk/>
            <pc:sldMk cId="186961037" sldId="273"/>
            <ac:picMk id="113" creationId="{4ABFD63D-17CF-87A1-19BC-C709569F70B9}"/>
          </ac:picMkLst>
        </pc:picChg>
        <pc:picChg chg="add del mod ord">
          <ac:chgData name="Jason Powell" userId="67fc0dff-6db8-4f1b-ac54-75c6f741d683" providerId="ADAL" clId="{E6AFD2F6-340B-4F5E-88D8-0BCD0CADE410}" dt="2026-01-09T17:52:25.845" v="6691"/>
          <ac:picMkLst>
            <pc:docMk/>
            <pc:sldMk cId="186961037" sldId="273"/>
            <ac:picMk id="116" creationId="{1BF5AF39-1408-C490-2BC4-58476D1107C3}"/>
          </ac:picMkLst>
        </pc:pic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186961037" sldId="273"/>
            <ac:picMk id="117" creationId="{42A8D306-A5A7-96C6-D1D5-45EE37692C3E}"/>
          </ac:picMkLst>
        </pc:picChg>
      </pc:sldChg>
      <pc:sldChg chg="addSp delSp modSp new mod modTransition setBg modAnim">
        <pc:chgData name="Jason Powell" userId="67fc0dff-6db8-4f1b-ac54-75c6f741d683" providerId="ADAL" clId="{E6AFD2F6-340B-4F5E-88D8-0BCD0CADE410}" dt="2026-01-10T00:24:12.964" v="6747"/>
        <pc:sldMkLst>
          <pc:docMk/>
          <pc:sldMk cId="2094244885" sldId="275"/>
        </pc:sldMkLst>
        <pc:spChg chg="mod">
          <ac:chgData name="Jason Powell" userId="67fc0dff-6db8-4f1b-ac54-75c6f741d683" providerId="ADAL" clId="{E6AFD2F6-340B-4F5E-88D8-0BCD0CADE410}" dt="2026-01-03T21:50:11.421" v="3445" actId="26606"/>
          <ac:spMkLst>
            <pc:docMk/>
            <pc:sldMk cId="2094244885" sldId="275"/>
            <ac:spMk id="2" creationId="{89C8DA12-1521-513B-0072-6A2780C0A6CC}"/>
          </ac:spMkLst>
        </pc:spChg>
        <pc:graphicFrameChg chg="add mod modGraphic">
          <ac:chgData name="Jason Powell" userId="67fc0dff-6db8-4f1b-ac54-75c6f741d683" providerId="ADAL" clId="{E6AFD2F6-340B-4F5E-88D8-0BCD0CADE410}" dt="2026-01-03T21:52:16.850" v="3459" actId="12100"/>
          <ac:graphicFrameMkLst>
            <pc:docMk/>
            <pc:sldMk cId="2094244885" sldId="275"/>
            <ac:graphicFrameMk id="11" creationId="{E5D3C91D-8A40-3111-1C95-4464D6A8B535}"/>
          </ac:graphicFrameMkLst>
        </pc:graphicFrameChg>
        <pc:picChg chg="add del mod">
          <ac:chgData name="Jason Powell" userId="67fc0dff-6db8-4f1b-ac54-75c6f741d683" providerId="ADAL" clId="{E6AFD2F6-340B-4F5E-88D8-0BCD0CADE410}" dt="2026-01-09T17:58:22.444" v="6694"/>
          <ac:picMkLst>
            <pc:docMk/>
            <pc:sldMk cId="2094244885" sldId="275"/>
            <ac:picMk id="94" creationId="{D449960A-4AB2-B224-A497-465FB8B72F86}"/>
          </ac:picMkLst>
        </pc:picChg>
        <pc:picChg chg="add del mod ord">
          <ac:chgData name="Jason Powell" userId="67fc0dff-6db8-4f1b-ac54-75c6f741d683" providerId="ADAL" clId="{E6AFD2F6-340B-4F5E-88D8-0BCD0CADE410}" dt="2026-01-09T18:03:12.878" v="6695"/>
          <ac:picMkLst>
            <pc:docMk/>
            <pc:sldMk cId="2094244885" sldId="275"/>
            <ac:picMk id="97" creationId="{1777E7E4-6B2A-BCF8-A343-9954D571ED8F}"/>
          </ac:picMkLst>
        </pc:pic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2094244885" sldId="275"/>
            <ac:picMk id="98" creationId="{72FD80E3-07CC-142C-8996-BC90ABA6D9B4}"/>
          </ac:picMkLst>
        </pc:picChg>
      </pc:sldChg>
      <pc:sldChg chg="addSp delSp modSp new mod modTransition modAnim">
        <pc:chgData name="Jason Powell" userId="67fc0dff-6db8-4f1b-ac54-75c6f741d683" providerId="ADAL" clId="{E6AFD2F6-340B-4F5E-88D8-0BCD0CADE410}" dt="2026-01-10T00:24:12.964" v="6747"/>
        <pc:sldMkLst>
          <pc:docMk/>
          <pc:sldMk cId="600640071" sldId="276"/>
        </pc:sldMkLst>
        <pc:spChg chg="mod">
          <ac:chgData name="Jason Powell" userId="67fc0dff-6db8-4f1b-ac54-75c6f741d683" providerId="ADAL" clId="{E6AFD2F6-340B-4F5E-88D8-0BCD0CADE410}" dt="2026-01-03T21:40:28.682" v="2993" actId="20577"/>
          <ac:spMkLst>
            <pc:docMk/>
            <pc:sldMk cId="600640071" sldId="276"/>
            <ac:spMk id="2" creationId="{C2923411-1C64-3020-D3AC-D916BD1075CE}"/>
          </ac:spMkLst>
        </pc:spChg>
        <pc:spChg chg="mod">
          <ac:chgData name="Jason Powell" userId="67fc0dff-6db8-4f1b-ac54-75c6f741d683" providerId="ADAL" clId="{E6AFD2F6-340B-4F5E-88D8-0BCD0CADE410}" dt="2026-01-03T22:38:39.250" v="3708" actId="20577"/>
          <ac:spMkLst>
            <pc:docMk/>
            <pc:sldMk cId="600640071" sldId="276"/>
            <ac:spMk id="3" creationId="{AC627E66-4EFA-859D-9AC7-E3DF8031059E}"/>
          </ac:spMkLst>
        </pc:spChg>
        <pc:picChg chg="add mod">
          <ac:chgData name="Jason Powell" userId="67fc0dff-6db8-4f1b-ac54-75c6f741d683" providerId="ADAL" clId="{E6AFD2F6-340B-4F5E-88D8-0BCD0CADE410}" dt="2026-01-03T21:46:46.297" v="3346" actId="1076"/>
          <ac:picMkLst>
            <pc:docMk/>
            <pc:sldMk cId="600640071" sldId="276"/>
            <ac:picMk id="4" creationId="{CCC96F83-E21A-1CCB-FD17-C012A529EC24}"/>
          </ac:picMkLst>
        </pc:pic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600640071" sldId="276"/>
            <ac:picMk id="31" creationId="{7DA2B015-6979-05C0-D5F1-ECBB3E3C3D2D}"/>
          </ac:picMkLst>
        </pc:picChg>
      </pc:sldChg>
      <pc:sldChg chg="addSp delSp modSp add mod modTransition modAnim">
        <pc:chgData name="Jason Powell" userId="67fc0dff-6db8-4f1b-ac54-75c6f741d683" providerId="ADAL" clId="{E6AFD2F6-340B-4F5E-88D8-0BCD0CADE410}" dt="2026-01-10T00:24:12.964" v="6747"/>
        <pc:sldMkLst>
          <pc:docMk/>
          <pc:sldMk cId="1745398869" sldId="279"/>
        </pc:sldMkLst>
        <pc:spChg chg="mod">
          <ac:chgData name="Jason Powell" userId="67fc0dff-6db8-4f1b-ac54-75c6f741d683" providerId="ADAL" clId="{E6AFD2F6-340B-4F5E-88D8-0BCD0CADE410}" dt="2026-01-09T16:53:15.187" v="6629" actId="20577"/>
          <ac:spMkLst>
            <pc:docMk/>
            <pc:sldMk cId="1745398869" sldId="279"/>
            <ac:spMk id="2" creationId="{ED79C141-4DF9-B896-32F5-07F2D67B18F6}"/>
          </ac:spMkLst>
        </pc:spChg>
        <pc:graphicFrameChg chg="mod modGraphic">
          <ac:chgData name="Jason Powell" userId="67fc0dff-6db8-4f1b-ac54-75c6f741d683" providerId="ADAL" clId="{E6AFD2F6-340B-4F5E-88D8-0BCD0CADE410}" dt="2026-01-03T21:55:28.182" v="3550" actId="20577"/>
          <ac:graphicFrameMkLst>
            <pc:docMk/>
            <pc:sldMk cId="1745398869" sldId="279"/>
            <ac:graphicFrameMk id="5" creationId="{69FCD172-22BC-B209-67A5-BDC92B31BB30}"/>
          </ac:graphicFrameMkLst>
        </pc:graphicFrame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1745398869" sldId="279"/>
            <ac:picMk id="18" creationId="{D5F177CC-D7D9-E14A-DAAE-8EC9BE895498}"/>
          </ac:picMkLst>
        </pc:picChg>
      </pc:sldChg>
      <pc:sldChg chg="addSp delSp modSp add mod modTransition modAnim">
        <pc:chgData name="Jason Powell" userId="67fc0dff-6db8-4f1b-ac54-75c6f741d683" providerId="ADAL" clId="{E6AFD2F6-340B-4F5E-88D8-0BCD0CADE410}" dt="2026-01-10T00:24:12.964" v="6747"/>
        <pc:sldMkLst>
          <pc:docMk/>
          <pc:sldMk cId="2327092874" sldId="281"/>
        </pc:sldMkLst>
        <pc:spChg chg="mod">
          <ac:chgData name="Jason Powell" userId="67fc0dff-6db8-4f1b-ac54-75c6f741d683" providerId="ADAL" clId="{E6AFD2F6-340B-4F5E-88D8-0BCD0CADE410}" dt="2026-01-03T22:42:35.569" v="3749" actId="20577"/>
          <ac:spMkLst>
            <pc:docMk/>
            <pc:sldMk cId="2327092874" sldId="281"/>
            <ac:spMk id="2" creationId="{0238D0EF-20A0-E993-4FEB-05C08359CF39}"/>
          </ac:spMkLst>
        </pc:spChg>
        <pc:graphicFrameChg chg="mod">
          <ac:chgData name="Jason Powell" userId="67fc0dff-6db8-4f1b-ac54-75c6f741d683" providerId="ADAL" clId="{E6AFD2F6-340B-4F5E-88D8-0BCD0CADE410}" dt="2026-01-03T22:41:49.069" v="3727"/>
          <ac:graphicFrameMkLst>
            <pc:docMk/>
            <pc:sldMk cId="2327092874" sldId="281"/>
            <ac:graphicFrameMk id="5" creationId="{AED053A1-BE59-062B-E35C-A624750A7FFB}"/>
          </ac:graphicFrameMkLst>
        </pc:graphicFrameChg>
        <pc:picChg chg="add del mod">
          <ac:chgData name="Jason Powell" userId="67fc0dff-6db8-4f1b-ac54-75c6f741d683" providerId="ADAL" clId="{E6AFD2F6-340B-4F5E-88D8-0BCD0CADE410}" dt="2026-01-09T18:16:00.189" v="6700"/>
          <ac:picMkLst>
            <pc:docMk/>
            <pc:sldMk cId="2327092874" sldId="281"/>
            <ac:picMk id="22" creationId="{47110FB8-2E33-93E3-F3F7-147F9B7B3B4B}"/>
          </ac:picMkLst>
        </pc:picChg>
        <pc:picChg chg="add del mod ord">
          <ac:chgData name="Jason Powell" userId="67fc0dff-6db8-4f1b-ac54-75c6f741d683" providerId="ADAL" clId="{E6AFD2F6-340B-4F5E-88D8-0BCD0CADE410}" dt="2026-01-09T18:16:45.761" v="6701"/>
          <ac:picMkLst>
            <pc:docMk/>
            <pc:sldMk cId="2327092874" sldId="281"/>
            <ac:picMk id="27" creationId="{057C53FC-C8DE-8887-77F8-1D6FC6477CC8}"/>
          </ac:picMkLst>
        </pc:picChg>
        <pc:picChg chg="add del mod">
          <ac:chgData name="Jason Powell" userId="67fc0dff-6db8-4f1b-ac54-75c6f741d683" providerId="ADAL" clId="{E6AFD2F6-340B-4F5E-88D8-0BCD0CADE410}" dt="2026-01-09T18:17:13.526" v="6703"/>
          <ac:picMkLst>
            <pc:docMk/>
            <pc:sldMk cId="2327092874" sldId="281"/>
            <ac:picMk id="28" creationId="{65F373D1-C2B7-0CF8-7823-34A2E555F632}"/>
          </ac:picMkLst>
        </pc:picChg>
        <pc:picChg chg="add del mod ord">
          <ac:chgData name="Jason Powell" userId="67fc0dff-6db8-4f1b-ac54-75c6f741d683" providerId="ADAL" clId="{E6AFD2F6-340B-4F5E-88D8-0BCD0CADE410}" dt="2026-01-09T18:17:32.555" v="6704"/>
          <ac:picMkLst>
            <pc:docMk/>
            <pc:sldMk cId="2327092874" sldId="281"/>
            <ac:picMk id="33" creationId="{BAA596AB-8D53-1029-0B94-09AFDB2FFE23}"/>
          </ac:picMkLst>
        </pc:picChg>
        <pc:picChg chg="add del mod">
          <ac:chgData name="Jason Powell" userId="67fc0dff-6db8-4f1b-ac54-75c6f741d683" providerId="ADAL" clId="{E6AFD2F6-340B-4F5E-88D8-0BCD0CADE410}" dt="2026-01-09T18:17:33.988" v="6706"/>
          <ac:picMkLst>
            <pc:docMk/>
            <pc:sldMk cId="2327092874" sldId="281"/>
            <ac:picMk id="34" creationId="{46825DF8-1B5E-0A0C-B5AA-7968F7330AFB}"/>
          </ac:picMkLst>
        </pc:picChg>
        <pc:picChg chg="add del mod ord">
          <ac:chgData name="Jason Powell" userId="67fc0dff-6db8-4f1b-ac54-75c6f741d683" providerId="ADAL" clId="{E6AFD2F6-340B-4F5E-88D8-0BCD0CADE410}" dt="2026-01-09T18:17:43.299" v="6707"/>
          <ac:picMkLst>
            <pc:docMk/>
            <pc:sldMk cId="2327092874" sldId="281"/>
            <ac:picMk id="37" creationId="{1FEBF2A5-393D-A7D9-1CAF-C5C4DAE8350A}"/>
          </ac:picMkLst>
        </pc:picChg>
        <pc:picChg chg="add del mod">
          <ac:chgData name="Jason Powell" userId="67fc0dff-6db8-4f1b-ac54-75c6f741d683" providerId="ADAL" clId="{E6AFD2F6-340B-4F5E-88D8-0BCD0CADE410}" dt="2026-01-09T18:17:45.215" v="6709"/>
          <ac:picMkLst>
            <pc:docMk/>
            <pc:sldMk cId="2327092874" sldId="281"/>
            <ac:picMk id="38" creationId="{FA2F0453-BEC9-8768-790E-D440BF2500B4}"/>
          </ac:picMkLst>
        </pc:picChg>
        <pc:picChg chg="add del mod ord">
          <ac:chgData name="Jason Powell" userId="67fc0dff-6db8-4f1b-ac54-75c6f741d683" providerId="ADAL" clId="{E6AFD2F6-340B-4F5E-88D8-0BCD0CADE410}" dt="2026-01-09T18:18:34.218" v="6710"/>
          <ac:picMkLst>
            <pc:docMk/>
            <pc:sldMk cId="2327092874" sldId="281"/>
            <ac:picMk id="41" creationId="{2FE54CD9-9F94-383C-ADD2-27BB18BE994A}"/>
          </ac:picMkLst>
        </pc:picChg>
        <pc:picChg chg="add del mod">
          <ac:chgData name="Jason Powell" userId="67fc0dff-6db8-4f1b-ac54-75c6f741d683" providerId="ADAL" clId="{E6AFD2F6-340B-4F5E-88D8-0BCD0CADE410}" dt="2026-01-09T18:18:36.021" v="6712"/>
          <ac:picMkLst>
            <pc:docMk/>
            <pc:sldMk cId="2327092874" sldId="281"/>
            <ac:picMk id="42" creationId="{E5E4C35D-136B-319F-E638-0AE621EEB143}"/>
          </ac:picMkLst>
        </pc:picChg>
        <pc:picChg chg="add del mod ord">
          <ac:chgData name="Jason Powell" userId="67fc0dff-6db8-4f1b-ac54-75c6f741d683" providerId="ADAL" clId="{E6AFD2F6-340B-4F5E-88D8-0BCD0CADE410}" dt="2026-01-09T18:18:45.754" v="6713"/>
          <ac:picMkLst>
            <pc:docMk/>
            <pc:sldMk cId="2327092874" sldId="281"/>
            <ac:picMk id="45" creationId="{CB0FC0B4-7A4C-B7B4-0255-BEA4DD0E46FB}"/>
          </ac:picMkLst>
        </pc:picChg>
        <pc:picChg chg="add del mod">
          <ac:chgData name="Jason Powell" userId="67fc0dff-6db8-4f1b-ac54-75c6f741d683" providerId="ADAL" clId="{E6AFD2F6-340B-4F5E-88D8-0BCD0CADE410}" dt="2026-01-09T18:18:46.918" v="6715"/>
          <ac:picMkLst>
            <pc:docMk/>
            <pc:sldMk cId="2327092874" sldId="281"/>
            <ac:picMk id="46" creationId="{D666178B-BC81-0C69-6CBE-067590F3E9E2}"/>
          </ac:picMkLst>
        </pc:picChg>
        <pc:picChg chg="add del mod ord">
          <ac:chgData name="Jason Powell" userId="67fc0dff-6db8-4f1b-ac54-75c6f741d683" providerId="ADAL" clId="{E6AFD2F6-340B-4F5E-88D8-0BCD0CADE410}" dt="2026-01-09T18:18:59.390" v="6716"/>
          <ac:picMkLst>
            <pc:docMk/>
            <pc:sldMk cId="2327092874" sldId="281"/>
            <ac:picMk id="49" creationId="{01E7F7E6-DA14-F37E-1D04-4C78BFC4AC54}"/>
          </ac:picMkLst>
        </pc:picChg>
        <pc:picChg chg="add del mod">
          <ac:chgData name="Jason Powell" userId="67fc0dff-6db8-4f1b-ac54-75c6f741d683" providerId="ADAL" clId="{E6AFD2F6-340B-4F5E-88D8-0BCD0CADE410}" dt="2026-01-09T18:19:01.177" v="6718"/>
          <ac:picMkLst>
            <pc:docMk/>
            <pc:sldMk cId="2327092874" sldId="281"/>
            <ac:picMk id="50" creationId="{546507AD-5FFB-B604-329D-51938ED4D26B}"/>
          </ac:picMkLst>
        </pc:picChg>
        <pc:picChg chg="add del mod ord">
          <ac:chgData name="Jason Powell" userId="67fc0dff-6db8-4f1b-ac54-75c6f741d683" providerId="ADAL" clId="{E6AFD2F6-340B-4F5E-88D8-0BCD0CADE410}" dt="2026-01-09T18:20:02.830" v="6719"/>
          <ac:picMkLst>
            <pc:docMk/>
            <pc:sldMk cId="2327092874" sldId="281"/>
            <ac:picMk id="53" creationId="{7C4A2547-52E8-B91C-DB34-DA4A557C7F8C}"/>
          </ac:picMkLst>
        </pc:picChg>
        <pc:picChg chg="add del mod">
          <ac:chgData name="Jason Powell" userId="67fc0dff-6db8-4f1b-ac54-75c6f741d683" providerId="ADAL" clId="{E6AFD2F6-340B-4F5E-88D8-0BCD0CADE410}" dt="2026-01-09T18:20:05.035" v="6721"/>
          <ac:picMkLst>
            <pc:docMk/>
            <pc:sldMk cId="2327092874" sldId="281"/>
            <ac:picMk id="54" creationId="{05640B0C-3640-AF7B-DED3-7B0019069E97}"/>
          </ac:picMkLst>
        </pc:picChg>
        <pc:picChg chg="add del mod ord">
          <ac:chgData name="Jason Powell" userId="67fc0dff-6db8-4f1b-ac54-75c6f741d683" providerId="ADAL" clId="{E6AFD2F6-340B-4F5E-88D8-0BCD0CADE410}" dt="2026-01-09T18:20:21.663" v="6722"/>
          <ac:picMkLst>
            <pc:docMk/>
            <pc:sldMk cId="2327092874" sldId="281"/>
            <ac:picMk id="57" creationId="{EFA3C04F-7FF9-A9E7-C39C-5D5CD330DE71}"/>
          </ac:picMkLst>
        </pc:picChg>
        <pc:picChg chg="add del mod">
          <ac:chgData name="Jason Powell" userId="67fc0dff-6db8-4f1b-ac54-75c6f741d683" providerId="ADAL" clId="{E6AFD2F6-340B-4F5E-88D8-0BCD0CADE410}" dt="2026-01-09T18:20:22.966" v="6724"/>
          <ac:picMkLst>
            <pc:docMk/>
            <pc:sldMk cId="2327092874" sldId="281"/>
            <ac:picMk id="58" creationId="{C032EB8D-AD59-97FB-C2DC-412B48B4B794}"/>
          </ac:picMkLst>
        </pc:picChg>
        <pc:picChg chg="add del mod ord">
          <ac:chgData name="Jason Powell" userId="67fc0dff-6db8-4f1b-ac54-75c6f741d683" providerId="ADAL" clId="{E6AFD2F6-340B-4F5E-88D8-0BCD0CADE410}" dt="2026-01-09T18:22:04.861" v="6725"/>
          <ac:picMkLst>
            <pc:docMk/>
            <pc:sldMk cId="2327092874" sldId="281"/>
            <ac:picMk id="61" creationId="{87C30FB9-EC53-570D-C68D-CDB50E6BD8CC}"/>
          </ac:picMkLst>
        </pc:pic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2327092874" sldId="281"/>
            <ac:picMk id="62" creationId="{7829CEDB-5668-CE0E-1CA5-C6F189F663D1}"/>
          </ac:picMkLst>
        </pc:picChg>
      </pc:sldChg>
      <pc:sldChg chg="addSp delSp modSp new mod modTransition modAnim">
        <pc:chgData name="Jason Powell" userId="67fc0dff-6db8-4f1b-ac54-75c6f741d683" providerId="ADAL" clId="{E6AFD2F6-340B-4F5E-88D8-0BCD0CADE410}" dt="2026-01-10T00:24:12.964" v="6747"/>
        <pc:sldMkLst>
          <pc:docMk/>
          <pc:sldMk cId="4090563957" sldId="282"/>
        </pc:sldMkLst>
        <pc:spChg chg="mod">
          <ac:chgData name="Jason Powell" userId="67fc0dff-6db8-4f1b-ac54-75c6f741d683" providerId="ADAL" clId="{E6AFD2F6-340B-4F5E-88D8-0BCD0CADE410}" dt="2026-01-03T22:42:56.075" v="3798" actId="20577"/>
          <ac:spMkLst>
            <pc:docMk/>
            <pc:sldMk cId="4090563957" sldId="282"/>
            <ac:spMk id="2" creationId="{C02894C4-025A-7A05-E086-FFD0B7E59804}"/>
          </ac:spMkLst>
        </pc:spChg>
        <pc:graphicFrameChg chg="add mod modGraphic">
          <ac:chgData name="Jason Powell" userId="67fc0dff-6db8-4f1b-ac54-75c6f741d683" providerId="ADAL" clId="{E6AFD2F6-340B-4F5E-88D8-0BCD0CADE410}" dt="2026-01-03T22:50:47.650" v="3943" actId="20577"/>
          <ac:graphicFrameMkLst>
            <pc:docMk/>
            <pc:sldMk cId="4090563957" sldId="282"/>
            <ac:graphicFrameMk id="6" creationId="{410646A2-FFD0-4DA0-7980-8FB15204952B}"/>
          </ac:graphicFrameMkLst>
        </pc:graphicFrameChg>
        <pc:picChg chg="add mod">
          <ac:chgData name="Jason Powell" userId="67fc0dff-6db8-4f1b-ac54-75c6f741d683" providerId="ADAL" clId="{E6AFD2F6-340B-4F5E-88D8-0BCD0CADE410}" dt="2026-01-03T22:44:19.392" v="3834"/>
          <ac:picMkLst>
            <pc:docMk/>
            <pc:sldMk cId="4090563957" sldId="282"/>
            <ac:picMk id="4" creationId="{730DEA9C-C293-CB87-11E8-3765622DE117}"/>
          </ac:picMkLst>
        </pc:picChg>
        <pc:picChg chg="add del mod">
          <ac:chgData name="Jason Powell" userId="67fc0dff-6db8-4f1b-ac54-75c6f741d683" providerId="ADAL" clId="{E6AFD2F6-340B-4F5E-88D8-0BCD0CADE410}" dt="2026-01-09T18:22:53.127" v="6728"/>
          <ac:picMkLst>
            <pc:docMk/>
            <pc:sldMk cId="4090563957" sldId="282"/>
            <ac:picMk id="50" creationId="{B23B17AE-18BF-C8F0-BBA5-0074EB69B06D}"/>
          </ac:picMkLst>
        </pc:picChg>
        <pc:picChg chg="add del mod ord">
          <ac:chgData name="Jason Powell" userId="67fc0dff-6db8-4f1b-ac54-75c6f741d683" providerId="ADAL" clId="{E6AFD2F6-340B-4F5E-88D8-0BCD0CADE410}" dt="2026-01-09T18:23:16.344" v="6729"/>
          <ac:picMkLst>
            <pc:docMk/>
            <pc:sldMk cId="4090563957" sldId="282"/>
            <ac:picMk id="53" creationId="{52DE2A77-706C-9FEA-0BFD-5692F4A055F5}"/>
          </ac:picMkLst>
        </pc:picChg>
        <pc:picChg chg="add del mod">
          <ac:chgData name="Jason Powell" userId="67fc0dff-6db8-4f1b-ac54-75c6f741d683" providerId="ADAL" clId="{E6AFD2F6-340B-4F5E-88D8-0BCD0CADE410}" dt="2026-01-09T18:23:17.463" v="6731"/>
          <ac:picMkLst>
            <pc:docMk/>
            <pc:sldMk cId="4090563957" sldId="282"/>
            <ac:picMk id="54" creationId="{A9F24CFD-5C54-0F12-AFB4-E7C0879FDA8D}"/>
          </ac:picMkLst>
        </pc:picChg>
        <pc:picChg chg="add del mod ord">
          <ac:chgData name="Jason Powell" userId="67fc0dff-6db8-4f1b-ac54-75c6f741d683" providerId="ADAL" clId="{E6AFD2F6-340B-4F5E-88D8-0BCD0CADE410}" dt="2026-01-09T18:27:28.191" v="6732"/>
          <ac:picMkLst>
            <pc:docMk/>
            <pc:sldMk cId="4090563957" sldId="282"/>
            <ac:picMk id="57" creationId="{1D2755BB-2331-7B40-59E9-31376933A25E}"/>
          </ac:picMkLst>
        </pc:pic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4090563957" sldId="282"/>
            <ac:picMk id="58" creationId="{954B064D-20D1-AB5B-3510-397AA3CC5063}"/>
          </ac:picMkLst>
        </pc:picChg>
      </pc:sldChg>
      <pc:sldChg chg="addSp delSp modSp new mod modTransition modAnim">
        <pc:chgData name="Jason Powell" userId="67fc0dff-6db8-4f1b-ac54-75c6f741d683" providerId="ADAL" clId="{E6AFD2F6-340B-4F5E-88D8-0BCD0CADE410}" dt="2026-01-10T00:24:12.964" v="6747"/>
        <pc:sldMkLst>
          <pc:docMk/>
          <pc:sldMk cId="734666678" sldId="283"/>
        </pc:sldMkLst>
        <pc:spChg chg="mod">
          <ac:chgData name="Jason Powell" userId="67fc0dff-6db8-4f1b-ac54-75c6f741d683" providerId="ADAL" clId="{E6AFD2F6-340B-4F5E-88D8-0BCD0CADE410}" dt="2026-01-03T22:51:05.698" v="3966" actId="20577"/>
          <ac:spMkLst>
            <pc:docMk/>
            <pc:sldMk cId="734666678" sldId="283"/>
            <ac:spMk id="2" creationId="{62344DFA-EE53-1308-59DA-70D27DFB4F3F}"/>
          </ac:spMkLst>
        </pc:spChg>
        <pc:graphicFrameChg chg="add mod modGraphic">
          <ac:chgData name="Jason Powell" userId="67fc0dff-6db8-4f1b-ac54-75c6f741d683" providerId="ADAL" clId="{E6AFD2F6-340B-4F5E-88D8-0BCD0CADE410}" dt="2026-01-03T22:58:32.845" v="4577" actId="20577"/>
          <ac:graphicFrameMkLst>
            <pc:docMk/>
            <pc:sldMk cId="734666678" sldId="283"/>
            <ac:graphicFrameMk id="5" creationId="{F46A7224-5727-772C-0974-11A2DD65170A}"/>
          </ac:graphicFrameMkLst>
        </pc:graphicFrame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734666678" sldId="283"/>
            <ac:picMk id="26" creationId="{C1373FAB-AC3E-13C4-52EC-E6EE217E7B0E}"/>
          </ac:picMkLst>
        </pc:picChg>
      </pc:sldChg>
      <pc:sldChg chg="addSp delSp modSp add mod modTransition modAnim">
        <pc:chgData name="Jason Powell" userId="67fc0dff-6db8-4f1b-ac54-75c6f741d683" providerId="ADAL" clId="{E6AFD2F6-340B-4F5E-88D8-0BCD0CADE410}" dt="2026-01-10T00:24:12.964" v="6747"/>
        <pc:sldMkLst>
          <pc:docMk/>
          <pc:sldMk cId="2753823357" sldId="285"/>
        </pc:sldMkLst>
        <pc:graphicFrameChg chg="mod modGraphic">
          <ac:chgData name="Jason Powell" userId="67fc0dff-6db8-4f1b-ac54-75c6f741d683" providerId="ADAL" clId="{E6AFD2F6-340B-4F5E-88D8-0BCD0CADE410}" dt="2026-01-09T18:37:24.196" v="6742" actId="5793"/>
          <ac:graphicFrameMkLst>
            <pc:docMk/>
            <pc:sldMk cId="2753823357" sldId="285"/>
            <ac:graphicFrameMk id="5" creationId="{E0C24F2C-CC8F-CA60-9CB6-AF48C734AFE7}"/>
          </ac:graphicFrameMkLst>
        </pc:graphicFrameChg>
        <pc:picChg chg="add del mod">
          <ac:chgData name="Jason Powell" userId="67fc0dff-6db8-4f1b-ac54-75c6f741d683" providerId="ADAL" clId="{E6AFD2F6-340B-4F5E-88D8-0BCD0CADE410}" dt="2026-01-09T18:38:23.211" v="6744"/>
          <ac:picMkLst>
            <pc:docMk/>
            <pc:sldMk cId="2753823357" sldId="285"/>
            <ac:picMk id="13" creationId="{F69CF384-B50C-AD6E-1F4B-89321F90CF07}"/>
          </ac:picMkLst>
        </pc:picChg>
        <pc:picChg chg="add del mod ord">
          <ac:chgData name="Jason Powell" userId="67fc0dff-6db8-4f1b-ac54-75c6f741d683" providerId="ADAL" clId="{E6AFD2F6-340B-4F5E-88D8-0BCD0CADE410}" dt="2026-01-09T18:42:27.243" v="6745"/>
          <ac:picMkLst>
            <pc:docMk/>
            <pc:sldMk cId="2753823357" sldId="285"/>
            <ac:picMk id="21" creationId="{E0CE1A44-8353-CC80-C503-B88906D19B64}"/>
          </ac:picMkLst>
        </pc:pic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2753823357" sldId="285"/>
            <ac:picMk id="22" creationId="{48965F02-81F7-4B2E-67F0-C340DF8CF383}"/>
          </ac:picMkLst>
        </pc:picChg>
      </pc:sldChg>
      <pc:sldChg chg="addSp delSp modSp new mod modTransition modClrScheme delAnim modAnim chgLayout">
        <pc:chgData name="Jason Powell" userId="67fc0dff-6db8-4f1b-ac54-75c6f741d683" providerId="ADAL" clId="{E6AFD2F6-340B-4F5E-88D8-0BCD0CADE410}" dt="2026-01-10T00:24:12.964" v="6747"/>
        <pc:sldMkLst>
          <pc:docMk/>
          <pc:sldMk cId="766360016" sldId="286"/>
        </pc:sldMkLst>
        <pc:spChg chg="del mod ord">
          <ac:chgData name="Jason Powell" userId="67fc0dff-6db8-4f1b-ac54-75c6f741d683" providerId="ADAL" clId="{E6AFD2F6-340B-4F5E-88D8-0BCD0CADE410}" dt="2026-01-09T13:57:46.719" v="4970" actId="700"/>
          <ac:spMkLst>
            <pc:docMk/>
            <pc:sldMk cId="766360016" sldId="286"/>
            <ac:spMk id="2" creationId="{B37C549C-6647-15E8-541D-EA6F4320722F}"/>
          </ac:spMkLst>
        </pc:spChg>
        <pc:spChg chg="del mod ord">
          <ac:chgData name="Jason Powell" userId="67fc0dff-6db8-4f1b-ac54-75c6f741d683" providerId="ADAL" clId="{E6AFD2F6-340B-4F5E-88D8-0BCD0CADE410}" dt="2026-01-09T13:57:46.719" v="4970" actId="700"/>
          <ac:spMkLst>
            <pc:docMk/>
            <pc:sldMk cId="766360016" sldId="286"/>
            <ac:spMk id="3" creationId="{A6BF1803-9FEB-D096-D818-7549F66C40D8}"/>
          </ac:spMkLst>
        </pc:spChg>
        <pc:spChg chg="add mod ord">
          <ac:chgData name="Jason Powell" userId="67fc0dff-6db8-4f1b-ac54-75c6f741d683" providerId="ADAL" clId="{E6AFD2F6-340B-4F5E-88D8-0BCD0CADE410}" dt="2026-01-09T13:58:04.879" v="4989" actId="5793"/>
          <ac:spMkLst>
            <pc:docMk/>
            <pc:sldMk cId="766360016" sldId="286"/>
            <ac:spMk id="4" creationId="{71143DE6-E8D8-5ED6-C09A-43A01B09EEBD}"/>
          </ac:spMkLst>
        </pc:spChg>
        <pc:spChg chg="add mod ord">
          <ac:chgData name="Jason Powell" userId="67fc0dff-6db8-4f1b-ac54-75c6f741d683" providerId="ADAL" clId="{E6AFD2F6-340B-4F5E-88D8-0BCD0CADE410}" dt="2026-01-09T16:08:17.980" v="6493" actId="20577"/>
          <ac:spMkLst>
            <pc:docMk/>
            <pc:sldMk cId="766360016" sldId="286"/>
            <ac:spMk id="5" creationId="{F0B36D5F-A00B-4B84-63BA-48E7503D9ECC}"/>
          </ac:spMkLst>
        </pc:spChg>
        <pc:picChg chg="add del mod">
          <ac:chgData name="Jason Powell" userId="67fc0dff-6db8-4f1b-ac54-75c6f741d683" providerId="ADAL" clId="{E6AFD2F6-340B-4F5E-88D8-0BCD0CADE410}" dt="2026-01-09T15:48:05.356" v="6376"/>
          <ac:picMkLst>
            <pc:docMk/>
            <pc:sldMk cId="766360016" sldId="286"/>
            <ac:picMk id="11" creationId="{34D34697-9F77-B66C-4F86-204640795A16}"/>
          </ac:picMkLst>
        </pc:picChg>
        <pc:picChg chg="add del mod ord">
          <ac:chgData name="Jason Powell" userId="67fc0dff-6db8-4f1b-ac54-75c6f741d683" providerId="ADAL" clId="{E6AFD2F6-340B-4F5E-88D8-0BCD0CADE410}" dt="2026-01-09T15:48:11.801" v="6377"/>
          <ac:picMkLst>
            <pc:docMk/>
            <pc:sldMk cId="766360016" sldId="286"/>
            <ac:picMk id="15" creationId="{62AAD60A-8055-85A8-7CA7-76BB4FBF73B6}"/>
          </ac:picMkLst>
        </pc:picChg>
        <pc:picChg chg="add del mod">
          <ac:chgData name="Jason Powell" userId="67fc0dff-6db8-4f1b-ac54-75c6f741d683" providerId="ADAL" clId="{E6AFD2F6-340B-4F5E-88D8-0BCD0CADE410}" dt="2026-01-09T15:48:40.327" v="6378" actId="478"/>
          <ac:picMkLst>
            <pc:docMk/>
            <pc:sldMk cId="766360016" sldId="286"/>
            <ac:picMk id="16" creationId="{0E87770C-EE14-4EBB-85F0-4F8679C934D1}"/>
          </ac:picMkLst>
        </pc:picChg>
        <pc:picChg chg="add del mod">
          <ac:chgData name="Jason Powell" userId="67fc0dff-6db8-4f1b-ac54-75c6f741d683" providerId="ADAL" clId="{E6AFD2F6-340B-4F5E-88D8-0BCD0CADE410}" dt="2026-01-09T15:49:33.581" v="6381"/>
          <ac:picMkLst>
            <pc:docMk/>
            <pc:sldMk cId="766360016" sldId="286"/>
            <ac:picMk id="22" creationId="{67512E02-D5A2-EFEC-0540-ED9A7803813E}"/>
          </ac:picMkLst>
        </pc:picChg>
        <pc:picChg chg="add del mod">
          <ac:chgData name="Jason Powell" userId="67fc0dff-6db8-4f1b-ac54-75c6f741d683" providerId="ADAL" clId="{E6AFD2F6-340B-4F5E-88D8-0BCD0CADE410}" dt="2026-01-09T15:50:40.620" v="6384"/>
          <ac:picMkLst>
            <pc:docMk/>
            <pc:sldMk cId="766360016" sldId="286"/>
            <ac:picMk id="25" creationId="{60F63ACD-1AC5-4591-DC7A-A57595D2A241}"/>
          </ac:picMkLst>
        </pc:picChg>
        <pc:picChg chg="add del mod ord">
          <ac:chgData name="Jason Powell" userId="67fc0dff-6db8-4f1b-ac54-75c6f741d683" providerId="ADAL" clId="{E6AFD2F6-340B-4F5E-88D8-0BCD0CADE410}" dt="2026-01-09T15:50:46.197" v="6385"/>
          <ac:picMkLst>
            <pc:docMk/>
            <pc:sldMk cId="766360016" sldId="286"/>
            <ac:picMk id="28" creationId="{5264BA9E-5946-A8BC-8FD6-66A2971FA2BF}"/>
          </ac:picMkLst>
        </pc:picChg>
        <pc:picChg chg="add del mod">
          <ac:chgData name="Jason Powell" userId="67fc0dff-6db8-4f1b-ac54-75c6f741d683" providerId="ADAL" clId="{E6AFD2F6-340B-4F5E-88D8-0BCD0CADE410}" dt="2026-01-09T15:50:54.420" v="6386"/>
          <ac:picMkLst>
            <pc:docMk/>
            <pc:sldMk cId="766360016" sldId="286"/>
            <ac:picMk id="29" creationId="{A9E388BF-B47C-0ECF-1049-77F97215941C}"/>
          </ac:picMkLst>
        </pc:picChg>
        <pc:picChg chg="add del mod">
          <ac:chgData name="Jason Powell" userId="67fc0dff-6db8-4f1b-ac54-75c6f741d683" providerId="ADAL" clId="{E6AFD2F6-340B-4F5E-88D8-0BCD0CADE410}" dt="2026-01-09T15:54:35.719" v="6389"/>
          <ac:picMkLst>
            <pc:docMk/>
            <pc:sldMk cId="766360016" sldId="286"/>
            <ac:picMk id="37" creationId="{CFA531FC-3E63-0E1E-0E27-1470E028F741}"/>
          </ac:picMkLst>
        </pc:picChg>
        <pc:picChg chg="add del mod ord">
          <ac:chgData name="Jason Powell" userId="67fc0dff-6db8-4f1b-ac54-75c6f741d683" providerId="ADAL" clId="{E6AFD2F6-340B-4F5E-88D8-0BCD0CADE410}" dt="2026-01-09T15:56:35.447" v="6390"/>
          <ac:picMkLst>
            <pc:docMk/>
            <pc:sldMk cId="766360016" sldId="286"/>
            <ac:picMk id="40" creationId="{501ED10B-B801-F62E-1DD7-4DBFDD45CAA2}"/>
          </ac:picMkLst>
        </pc:picChg>
        <pc:picChg chg="add del mod">
          <ac:chgData name="Jason Powell" userId="67fc0dff-6db8-4f1b-ac54-75c6f741d683" providerId="ADAL" clId="{E6AFD2F6-340B-4F5E-88D8-0BCD0CADE410}" dt="2026-01-09T15:56:38.857" v="6392"/>
          <ac:picMkLst>
            <pc:docMk/>
            <pc:sldMk cId="766360016" sldId="286"/>
            <ac:picMk id="41" creationId="{C9707659-28B6-B9F0-E518-F03ED57F5202}"/>
          </ac:picMkLst>
        </pc:picChg>
        <pc:picChg chg="add del mod ord">
          <ac:chgData name="Jason Powell" userId="67fc0dff-6db8-4f1b-ac54-75c6f741d683" providerId="ADAL" clId="{E6AFD2F6-340B-4F5E-88D8-0BCD0CADE410}" dt="2026-01-09T15:56:47.883" v="6393"/>
          <ac:picMkLst>
            <pc:docMk/>
            <pc:sldMk cId="766360016" sldId="286"/>
            <ac:picMk id="44" creationId="{32A10D66-1E5D-E01B-BA22-8A47C4B95979}"/>
          </ac:picMkLst>
        </pc:picChg>
        <pc:picChg chg="add del mod">
          <ac:chgData name="Jason Powell" userId="67fc0dff-6db8-4f1b-ac54-75c6f741d683" providerId="ADAL" clId="{E6AFD2F6-340B-4F5E-88D8-0BCD0CADE410}" dt="2026-01-09T15:56:51.556" v="6395"/>
          <ac:picMkLst>
            <pc:docMk/>
            <pc:sldMk cId="766360016" sldId="286"/>
            <ac:picMk id="45" creationId="{5A86D38D-7BF9-B748-3644-C3FDEB00D49E}"/>
          </ac:picMkLst>
        </pc:picChg>
        <pc:picChg chg="add del mod ord">
          <ac:chgData name="Jason Powell" userId="67fc0dff-6db8-4f1b-ac54-75c6f741d683" providerId="ADAL" clId="{E6AFD2F6-340B-4F5E-88D8-0BCD0CADE410}" dt="2026-01-09T16:00:01.185" v="6396"/>
          <ac:picMkLst>
            <pc:docMk/>
            <pc:sldMk cId="766360016" sldId="286"/>
            <ac:picMk id="48" creationId="{D35D60E4-4697-EB34-AF9E-5532C50FEF74}"/>
          </ac:picMkLst>
        </pc:picChg>
        <pc:picChg chg="add del mod">
          <ac:chgData name="Jason Powell" userId="67fc0dff-6db8-4f1b-ac54-75c6f741d683" providerId="ADAL" clId="{E6AFD2F6-340B-4F5E-88D8-0BCD0CADE410}" dt="2026-01-09T16:09:03.256" v="6495"/>
          <ac:picMkLst>
            <pc:docMk/>
            <pc:sldMk cId="766360016" sldId="286"/>
            <ac:picMk id="49" creationId="{A03B766F-3E52-CA92-F384-30D46165FE95}"/>
          </ac:picMkLst>
        </pc:picChg>
        <pc:picChg chg="add del mod ord">
          <ac:chgData name="Jason Powell" userId="67fc0dff-6db8-4f1b-ac54-75c6f741d683" providerId="ADAL" clId="{E6AFD2F6-340B-4F5E-88D8-0BCD0CADE410}" dt="2026-01-09T16:09:11.665" v="6496"/>
          <ac:picMkLst>
            <pc:docMk/>
            <pc:sldMk cId="766360016" sldId="286"/>
            <ac:picMk id="53" creationId="{FB6316BC-C1AD-266F-3516-990F09895B12}"/>
          </ac:picMkLst>
        </pc:picChg>
        <pc:picChg chg="add del mod">
          <ac:chgData name="Jason Powell" userId="67fc0dff-6db8-4f1b-ac54-75c6f741d683" providerId="ADAL" clId="{E6AFD2F6-340B-4F5E-88D8-0BCD0CADE410}" dt="2026-01-09T16:09:13.427" v="6498"/>
          <ac:picMkLst>
            <pc:docMk/>
            <pc:sldMk cId="766360016" sldId="286"/>
            <ac:picMk id="54" creationId="{2363A783-E019-0156-BD46-C373B8941D22}"/>
          </ac:picMkLst>
        </pc:picChg>
        <pc:picChg chg="add del mod ord">
          <ac:chgData name="Jason Powell" userId="67fc0dff-6db8-4f1b-ac54-75c6f741d683" providerId="ADAL" clId="{E6AFD2F6-340B-4F5E-88D8-0BCD0CADE410}" dt="2026-01-09T16:12:03.726" v="6499"/>
          <ac:picMkLst>
            <pc:docMk/>
            <pc:sldMk cId="766360016" sldId="286"/>
            <ac:picMk id="57" creationId="{834A4DFC-B9E8-6574-AE80-51A54C19B9B9}"/>
          </ac:picMkLst>
        </pc:picChg>
        <pc:picChg chg="add del mod">
          <ac:chgData name="Jason Powell" userId="67fc0dff-6db8-4f1b-ac54-75c6f741d683" providerId="ADAL" clId="{E6AFD2F6-340B-4F5E-88D8-0BCD0CADE410}" dt="2026-01-10T00:24:12.964" v="6747"/>
          <ac:picMkLst>
            <pc:docMk/>
            <pc:sldMk cId="766360016" sldId="286"/>
            <ac:picMk id="58" creationId="{C94A7412-5150-4E9F-41A9-00A3D61ABCF6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E89B08-DBE7-4CEA-9213-1862609D733F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BDB08C-4F87-4D24-BC6A-D36DAFA379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State –  An object’s properties and current values;  its internal condition at a given time.</a:t>
          </a:r>
        </a:p>
      </dgm:t>
    </dgm:pt>
    <dgm:pt modelId="{3FD81E2A-DCCC-4B3B-9691-252073942788}" type="parTrans" cxnId="{E5CB6C18-423D-44DD-B3C6-2DBAB3CB2A7A}">
      <dgm:prSet/>
      <dgm:spPr/>
      <dgm:t>
        <a:bodyPr/>
        <a:lstStyle/>
        <a:p>
          <a:endParaRPr lang="en-US"/>
        </a:p>
      </dgm:t>
    </dgm:pt>
    <dgm:pt modelId="{12D4326D-7191-40DC-A854-FA3D9E582C64}" type="sibTrans" cxnId="{E5CB6C18-423D-44DD-B3C6-2DBAB3CB2A7A}">
      <dgm:prSet/>
      <dgm:spPr/>
      <dgm:t>
        <a:bodyPr/>
        <a:lstStyle/>
        <a:p>
          <a:endParaRPr lang="en-US"/>
        </a:p>
      </dgm:t>
    </dgm:pt>
    <dgm:pt modelId="{D616ED2F-BEC5-4ABC-B4CD-6FA5DF4405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Behavior – The actions or operations an object can perform; how it responds to interactions.</a:t>
          </a:r>
        </a:p>
      </dgm:t>
    </dgm:pt>
    <dgm:pt modelId="{096F3C15-50B3-4473-8D23-996480146344}" type="parTrans" cxnId="{5B4273C9-C63F-49DD-91C5-DA17C04EE39A}">
      <dgm:prSet/>
      <dgm:spPr/>
      <dgm:t>
        <a:bodyPr/>
        <a:lstStyle/>
        <a:p>
          <a:endParaRPr lang="en-US"/>
        </a:p>
      </dgm:t>
    </dgm:pt>
    <dgm:pt modelId="{C4E7C165-2150-41F7-A994-EAC1FA7DF83F}" type="sibTrans" cxnId="{5B4273C9-C63F-49DD-91C5-DA17C04EE39A}">
      <dgm:prSet/>
      <dgm:spPr/>
      <dgm:t>
        <a:bodyPr/>
        <a:lstStyle/>
        <a:p>
          <a:endParaRPr lang="en-US"/>
        </a:p>
      </dgm:t>
    </dgm:pt>
    <dgm:pt modelId="{E7414150-A687-4ACE-8F13-C8D25C5C22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Class methods</a:t>
          </a:r>
        </a:p>
        <a:p>
          <a:pPr>
            <a:lnSpc>
              <a:spcPct val="100000"/>
            </a:lnSpc>
          </a:pPr>
          <a:r>
            <a:rPr lang="en-US"/>
            <a:t>Sometimes called “implementation”</a:t>
          </a:r>
        </a:p>
      </dgm:t>
    </dgm:pt>
    <dgm:pt modelId="{A494B137-B504-4E60-AA03-CF0A316FD890}" type="parTrans" cxnId="{F580B3D4-B4E4-46BA-ACF9-3681FF6AD612}">
      <dgm:prSet/>
      <dgm:spPr/>
      <dgm:t>
        <a:bodyPr/>
        <a:lstStyle/>
        <a:p>
          <a:endParaRPr lang="en-US"/>
        </a:p>
      </dgm:t>
    </dgm:pt>
    <dgm:pt modelId="{B7D45D8A-8A1A-458D-AA6C-5C620B3D6406}" type="sibTrans" cxnId="{F580B3D4-B4E4-46BA-ACF9-3681FF6AD612}">
      <dgm:prSet/>
      <dgm:spPr/>
      <dgm:t>
        <a:bodyPr/>
        <a:lstStyle/>
        <a:p>
          <a:endParaRPr lang="en-US"/>
        </a:p>
      </dgm:t>
    </dgm:pt>
    <dgm:pt modelId="{30CD47C6-7F18-4662-98ED-EEAF87E8FB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Identity – A object’s unique identifier (class type + internal identifier) that distinguishes it from another.</a:t>
          </a:r>
        </a:p>
      </dgm:t>
    </dgm:pt>
    <dgm:pt modelId="{132B1482-1B28-4C92-9CEF-3AE997753C99}" type="parTrans" cxnId="{13743F55-17A2-4B10-9BB3-01ECE470988B}">
      <dgm:prSet/>
      <dgm:spPr/>
      <dgm:t>
        <a:bodyPr/>
        <a:lstStyle/>
        <a:p>
          <a:endParaRPr lang="en-US"/>
        </a:p>
      </dgm:t>
    </dgm:pt>
    <dgm:pt modelId="{9F9C4D1E-89A3-43C7-B539-A9F3E2CE0E69}" type="sibTrans" cxnId="{13743F55-17A2-4B10-9BB3-01ECE470988B}">
      <dgm:prSet/>
      <dgm:spPr/>
      <dgm:t>
        <a:bodyPr/>
        <a:lstStyle/>
        <a:p>
          <a:endParaRPr lang="en-US"/>
        </a:p>
      </dgm:t>
    </dgm:pt>
    <dgm:pt modelId="{A7EC3EB4-FFBB-4874-887C-4CC5354BD9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Sometimes referred to as “type,” but type is only one component of it</a:t>
          </a:r>
        </a:p>
      </dgm:t>
    </dgm:pt>
    <dgm:pt modelId="{A27607F0-755C-48F2-88A1-DE6A71AC5DFA}" type="parTrans" cxnId="{F695CCB1-DCB2-4D36-AEB1-D1C1E1B2ABED}">
      <dgm:prSet/>
      <dgm:spPr/>
      <dgm:t>
        <a:bodyPr/>
        <a:lstStyle/>
        <a:p>
          <a:endParaRPr lang="en-US"/>
        </a:p>
      </dgm:t>
    </dgm:pt>
    <dgm:pt modelId="{62A2E794-6F96-4B7D-9878-A22C9F5ACE93}" type="sibTrans" cxnId="{F695CCB1-DCB2-4D36-AEB1-D1C1E1B2ABED}">
      <dgm:prSet/>
      <dgm:spPr/>
      <dgm:t>
        <a:bodyPr/>
        <a:lstStyle/>
        <a:p>
          <a:endParaRPr lang="en-US"/>
        </a:p>
      </dgm:t>
    </dgm:pt>
    <dgm:pt modelId="{B1104F05-D9CD-45D8-995F-FE9C05BCD1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Class members, data members, attributes, fields</a:t>
          </a:r>
        </a:p>
      </dgm:t>
    </dgm:pt>
    <dgm:pt modelId="{6B34F421-4164-4026-89E1-88968505BF47}" type="parTrans" cxnId="{99D9B87A-2533-47D6-AF79-F58B27FA8142}">
      <dgm:prSet/>
      <dgm:spPr/>
      <dgm:t>
        <a:bodyPr/>
        <a:lstStyle/>
        <a:p>
          <a:endParaRPr lang="en-US"/>
        </a:p>
      </dgm:t>
    </dgm:pt>
    <dgm:pt modelId="{F7D074F8-FDDD-4BA0-9A1A-3B21E5BEACA7}" type="sibTrans" cxnId="{99D9B87A-2533-47D6-AF79-F58B27FA8142}">
      <dgm:prSet/>
      <dgm:spPr/>
      <dgm:t>
        <a:bodyPr/>
        <a:lstStyle/>
        <a:p>
          <a:endParaRPr lang="en-US"/>
        </a:p>
      </dgm:t>
    </dgm:pt>
    <dgm:pt modelId="{405327E8-85FF-44C8-B5CF-537A9B46AD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Sometimes referred to as the “address,” but Java does let you see the address</a:t>
          </a:r>
        </a:p>
        <a:p>
          <a:pPr>
            <a:lnSpc>
              <a:spcPct val="100000"/>
            </a:lnSpc>
          </a:pPr>
          <a:r>
            <a:rPr lang="en-US"/>
            <a:t>Represented by a hash code</a:t>
          </a:r>
        </a:p>
      </dgm:t>
    </dgm:pt>
    <dgm:pt modelId="{A6A4666F-D9C2-4329-9803-6CD0AD3CDE4D}" type="parTrans" cxnId="{76140969-E6C5-4495-85D3-0A5295D4C6FB}">
      <dgm:prSet/>
      <dgm:spPr/>
      <dgm:t>
        <a:bodyPr/>
        <a:lstStyle/>
        <a:p>
          <a:endParaRPr lang="en-US"/>
        </a:p>
      </dgm:t>
    </dgm:pt>
    <dgm:pt modelId="{505B3E05-4CF1-48B1-9A99-4A841FE1C2B0}" type="sibTrans" cxnId="{76140969-E6C5-4495-85D3-0A5295D4C6FB}">
      <dgm:prSet/>
      <dgm:spPr/>
      <dgm:t>
        <a:bodyPr/>
        <a:lstStyle/>
        <a:p>
          <a:endParaRPr lang="en-US"/>
        </a:p>
      </dgm:t>
    </dgm:pt>
    <dgm:pt modelId="{94C22D6D-80EB-4553-A03C-FC1896D7EA92}" type="pres">
      <dgm:prSet presAssocID="{E8E89B08-DBE7-4CEA-9213-1862609D733F}" presName="root" presStyleCnt="0">
        <dgm:presLayoutVars>
          <dgm:dir/>
          <dgm:resizeHandles val="exact"/>
        </dgm:presLayoutVars>
      </dgm:prSet>
      <dgm:spPr/>
    </dgm:pt>
    <dgm:pt modelId="{CCD3DFB0-BAE9-4A42-AAAC-5F67EE0EF7C2}" type="pres">
      <dgm:prSet presAssocID="{2CBDB08C-4F87-4D24-BC6A-D36DAFA3797D}" presName="compNode" presStyleCnt="0"/>
      <dgm:spPr/>
    </dgm:pt>
    <dgm:pt modelId="{B1D34EC9-2D02-4C5E-9633-4805189F9761}" type="pres">
      <dgm:prSet presAssocID="{2CBDB08C-4F87-4D24-BC6A-D36DAFA3797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17086368-5488-4DA3-BAB0-22140FE95F31}" type="pres">
      <dgm:prSet presAssocID="{2CBDB08C-4F87-4D24-BC6A-D36DAFA3797D}" presName="iconSpace" presStyleCnt="0"/>
      <dgm:spPr/>
    </dgm:pt>
    <dgm:pt modelId="{F0A46BEE-834D-4402-AD77-331F4E684697}" type="pres">
      <dgm:prSet presAssocID="{2CBDB08C-4F87-4D24-BC6A-D36DAFA3797D}" presName="parTx" presStyleLbl="revTx" presStyleIdx="0" presStyleCnt="6">
        <dgm:presLayoutVars>
          <dgm:chMax val="0"/>
          <dgm:chPref val="0"/>
        </dgm:presLayoutVars>
      </dgm:prSet>
      <dgm:spPr/>
    </dgm:pt>
    <dgm:pt modelId="{9C701A77-A6B8-42D5-8817-8CB9BF132244}" type="pres">
      <dgm:prSet presAssocID="{2CBDB08C-4F87-4D24-BC6A-D36DAFA3797D}" presName="txSpace" presStyleCnt="0"/>
      <dgm:spPr/>
    </dgm:pt>
    <dgm:pt modelId="{DB44612D-F655-404C-A81D-7224BEA53F83}" type="pres">
      <dgm:prSet presAssocID="{2CBDB08C-4F87-4D24-BC6A-D36DAFA3797D}" presName="desTx" presStyleLbl="revTx" presStyleIdx="1" presStyleCnt="6">
        <dgm:presLayoutVars/>
      </dgm:prSet>
      <dgm:spPr/>
    </dgm:pt>
    <dgm:pt modelId="{F1550D66-9D0A-4F18-98CA-C1CEB2556C75}" type="pres">
      <dgm:prSet presAssocID="{12D4326D-7191-40DC-A854-FA3D9E582C64}" presName="sibTrans" presStyleCnt="0"/>
      <dgm:spPr/>
    </dgm:pt>
    <dgm:pt modelId="{03B05AD2-88D5-4B31-BEE0-39E08E7BF6BF}" type="pres">
      <dgm:prSet presAssocID="{D616ED2F-BEC5-4ABC-B4CD-6FA5DF4405E8}" presName="compNode" presStyleCnt="0"/>
      <dgm:spPr/>
    </dgm:pt>
    <dgm:pt modelId="{287FAEEC-E9C2-4FDE-834B-FD25D938D072}" type="pres">
      <dgm:prSet presAssocID="{D616ED2F-BEC5-4ABC-B4CD-6FA5DF4405E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217BA0B9-9E5A-40B8-8052-0597BCC6D230}" type="pres">
      <dgm:prSet presAssocID="{D616ED2F-BEC5-4ABC-B4CD-6FA5DF4405E8}" presName="iconSpace" presStyleCnt="0"/>
      <dgm:spPr/>
    </dgm:pt>
    <dgm:pt modelId="{3117C38A-ACD0-4AF7-B579-DDD32C42A23B}" type="pres">
      <dgm:prSet presAssocID="{D616ED2F-BEC5-4ABC-B4CD-6FA5DF4405E8}" presName="parTx" presStyleLbl="revTx" presStyleIdx="2" presStyleCnt="6">
        <dgm:presLayoutVars>
          <dgm:chMax val="0"/>
          <dgm:chPref val="0"/>
        </dgm:presLayoutVars>
      </dgm:prSet>
      <dgm:spPr/>
    </dgm:pt>
    <dgm:pt modelId="{818CFD7A-D194-4842-9C0F-73973C152965}" type="pres">
      <dgm:prSet presAssocID="{D616ED2F-BEC5-4ABC-B4CD-6FA5DF4405E8}" presName="txSpace" presStyleCnt="0"/>
      <dgm:spPr/>
    </dgm:pt>
    <dgm:pt modelId="{7202D97A-4BFC-48E1-A779-DD09DDB20776}" type="pres">
      <dgm:prSet presAssocID="{D616ED2F-BEC5-4ABC-B4CD-6FA5DF4405E8}" presName="desTx" presStyleLbl="revTx" presStyleIdx="3" presStyleCnt="6">
        <dgm:presLayoutVars/>
      </dgm:prSet>
      <dgm:spPr/>
    </dgm:pt>
    <dgm:pt modelId="{744962B5-F89E-4876-B2CB-DF52EB7EAF42}" type="pres">
      <dgm:prSet presAssocID="{C4E7C165-2150-41F7-A994-EAC1FA7DF83F}" presName="sibTrans" presStyleCnt="0"/>
      <dgm:spPr/>
    </dgm:pt>
    <dgm:pt modelId="{296C4823-34B2-4E05-89E7-0D330941BF4C}" type="pres">
      <dgm:prSet presAssocID="{30CD47C6-7F18-4662-98ED-EEAF87E8FB71}" presName="compNode" presStyleCnt="0"/>
      <dgm:spPr/>
    </dgm:pt>
    <dgm:pt modelId="{E24D330F-0202-4164-B9E6-048DF6929632}" type="pres">
      <dgm:prSet presAssocID="{30CD47C6-7F18-4662-98ED-EEAF87E8FB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C13C03BD-0580-40ED-87AF-4DB65EAB5D9F}" type="pres">
      <dgm:prSet presAssocID="{30CD47C6-7F18-4662-98ED-EEAF87E8FB71}" presName="iconSpace" presStyleCnt="0"/>
      <dgm:spPr/>
    </dgm:pt>
    <dgm:pt modelId="{2C9218D5-7B0D-47EC-B845-38AF19503A99}" type="pres">
      <dgm:prSet presAssocID="{30CD47C6-7F18-4662-98ED-EEAF87E8FB71}" presName="parTx" presStyleLbl="revTx" presStyleIdx="4" presStyleCnt="6">
        <dgm:presLayoutVars>
          <dgm:chMax val="0"/>
          <dgm:chPref val="0"/>
        </dgm:presLayoutVars>
      </dgm:prSet>
      <dgm:spPr/>
    </dgm:pt>
    <dgm:pt modelId="{1FB4A5BE-B61B-4B1A-AF85-A613463DF6F8}" type="pres">
      <dgm:prSet presAssocID="{30CD47C6-7F18-4662-98ED-EEAF87E8FB71}" presName="txSpace" presStyleCnt="0"/>
      <dgm:spPr/>
    </dgm:pt>
    <dgm:pt modelId="{63E9FC56-32A6-4FF6-8375-7AE59FC0C2B3}" type="pres">
      <dgm:prSet presAssocID="{30CD47C6-7F18-4662-98ED-EEAF87E8FB71}" presName="desTx" presStyleLbl="revTx" presStyleIdx="5" presStyleCnt="6">
        <dgm:presLayoutVars/>
      </dgm:prSet>
      <dgm:spPr/>
    </dgm:pt>
  </dgm:ptLst>
  <dgm:cxnLst>
    <dgm:cxn modelId="{E5CB6C18-423D-44DD-B3C6-2DBAB3CB2A7A}" srcId="{E8E89B08-DBE7-4CEA-9213-1862609D733F}" destId="{2CBDB08C-4F87-4D24-BC6A-D36DAFA3797D}" srcOrd="0" destOrd="0" parTransId="{3FD81E2A-DCCC-4B3B-9691-252073942788}" sibTransId="{12D4326D-7191-40DC-A854-FA3D9E582C64}"/>
    <dgm:cxn modelId="{73CF3C26-1EA2-4144-BB24-2E6E82A92B52}" type="presOf" srcId="{2CBDB08C-4F87-4D24-BC6A-D36DAFA3797D}" destId="{F0A46BEE-834D-4402-AD77-331F4E684697}" srcOrd="0" destOrd="0" presId="urn:microsoft.com/office/officeart/2018/2/layout/IconLabelDescriptionList"/>
    <dgm:cxn modelId="{7C11AE3D-9A2E-4FF9-8B91-5EF7A12D0EB1}" type="presOf" srcId="{A7EC3EB4-FFBB-4874-887C-4CC5354BD978}" destId="{63E9FC56-32A6-4FF6-8375-7AE59FC0C2B3}" srcOrd="0" destOrd="0" presId="urn:microsoft.com/office/officeart/2018/2/layout/IconLabelDescriptionList"/>
    <dgm:cxn modelId="{61355C5E-4ED3-4036-AC22-7D40DDC13CE9}" type="presOf" srcId="{30CD47C6-7F18-4662-98ED-EEAF87E8FB71}" destId="{2C9218D5-7B0D-47EC-B845-38AF19503A99}" srcOrd="0" destOrd="0" presId="urn:microsoft.com/office/officeart/2018/2/layout/IconLabelDescriptionList"/>
    <dgm:cxn modelId="{76140969-E6C5-4495-85D3-0A5295D4C6FB}" srcId="{30CD47C6-7F18-4662-98ED-EEAF87E8FB71}" destId="{405327E8-85FF-44C8-B5CF-537A9B46AD7A}" srcOrd="1" destOrd="0" parTransId="{A6A4666F-D9C2-4329-9803-6CD0AD3CDE4D}" sibTransId="{505B3E05-4CF1-48B1-9A99-4A841FE1C2B0}"/>
    <dgm:cxn modelId="{13743F55-17A2-4B10-9BB3-01ECE470988B}" srcId="{E8E89B08-DBE7-4CEA-9213-1862609D733F}" destId="{30CD47C6-7F18-4662-98ED-EEAF87E8FB71}" srcOrd="2" destOrd="0" parTransId="{132B1482-1B28-4C92-9CEF-3AE997753C99}" sibTransId="{9F9C4D1E-89A3-43C7-B539-A9F3E2CE0E69}"/>
    <dgm:cxn modelId="{99D9B87A-2533-47D6-AF79-F58B27FA8142}" srcId="{2CBDB08C-4F87-4D24-BC6A-D36DAFA3797D}" destId="{B1104F05-D9CD-45D8-995F-FE9C05BCD150}" srcOrd="0" destOrd="0" parTransId="{6B34F421-4164-4026-89E1-88968505BF47}" sibTransId="{F7D074F8-FDDD-4BA0-9A1A-3B21E5BEACA7}"/>
    <dgm:cxn modelId="{F38C878D-67CB-43A1-9A05-D5A823B8BB70}" type="presOf" srcId="{D616ED2F-BEC5-4ABC-B4CD-6FA5DF4405E8}" destId="{3117C38A-ACD0-4AF7-B579-DDD32C42A23B}" srcOrd="0" destOrd="0" presId="urn:microsoft.com/office/officeart/2018/2/layout/IconLabelDescriptionList"/>
    <dgm:cxn modelId="{3D76BCB1-71B6-4589-9C82-639EDED56866}" type="presOf" srcId="{E7414150-A687-4ACE-8F13-C8D25C5C22E9}" destId="{7202D97A-4BFC-48E1-A779-DD09DDB20776}" srcOrd="0" destOrd="0" presId="urn:microsoft.com/office/officeart/2018/2/layout/IconLabelDescriptionList"/>
    <dgm:cxn modelId="{F695CCB1-DCB2-4D36-AEB1-D1C1E1B2ABED}" srcId="{30CD47C6-7F18-4662-98ED-EEAF87E8FB71}" destId="{A7EC3EB4-FFBB-4874-887C-4CC5354BD978}" srcOrd="0" destOrd="0" parTransId="{A27607F0-755C-48F2-88A1-DE6A71AC5DFA}" sibTransId="{62A2E794-6F96-4B7D-9878-A22C9F5ACE93}"/>
    <dgm:cxn modelId="{D655DDBD-4EA4-4653-A03D-E9C4348CCDAC}" type="presOf" srcId="{E8E89B08-DBE7-4CEA-9213-1862609D733F}" destId="{94C22D6D-80EB-4553-A03C-FC1896D7EA92}" srcOrd="0" destOrd="0" presId="urn:microsoft.com/office/officeart/2018/2/layout/IconLabelDescriptionList"/>
    <dgm:cxn modelId="{5B4273C9-C63F-49DD-91C5-DA17C04EE39A}" srcId="{E8E89B08-DBE7-4CEA-9213-1862609D733F}" destId="{D616ED2F-BEC5-4ABC-B4CD-6FA5DF4405E8}" srcOrd="1" destOrd="0" parTransId="{096F3C15-50B3-4473-8D23-996480146344}" sibTransId="{C4E7C165-2150-41F7-A994-EAC1FA7DF83F}"/>
    <dgm:cxn modelId="{F580B3D4-B4E4-46BA-ACF9-3681FF6AD612}" srcId="{D616ED2F-BEC5-4ABC-B4CD-6FA5DF4405E8}" destId="{E7414150-A687-4ACE-8F13-C8D25C5C22E9}" srcOrd="0" destOrd="0" parTransId="{A494B137-B504-4E60-AA03-CF0A316FD890}" sibTransId="{B7D45D8A-8A1A-458D-AA6C-5C620B3D6406}"/>
    <dgm:cxn modelId="{0A8AE3E5-7992-4184-91BC-04EFE8B89C5C}" type="presOf" srcId="{405327E8-85FF-44C8-B5CF-537A9B46AD7A}" destId="{63E9FC56-32A6-4FF6-8375-7AE59FC0C2B3}" srcOrd="0" destOrd="1" presId="urn:microsoft.com/office/officeart/2018/2/layout/IconLabelDescriptionList"/>
    <dgm:cxn modelId="{E55B34EB-C4D5-4E16-813D-3455F4F9E991}" type="presOf" srcId="{B1104F05-D9CD-45D8-995F-FE9C05BCD150}" destId="{DB44612D-F655-404C-A81D-7224BEA53F83}" srcOrd="0" destOrd="0" presId="urn:microsoft.com/office/officeart/2018/2/layout/IconLabelDescriptionList"/>
    <dgm:cxn modelId="{9ED199F2-C4BA-48A4-8C54-AA1999004EF6}" type="presParOf" srcId="{94C22D6D-80EB-4553-A03C-FC1896D7EA92}" destId="{CCD3DFB0-BAE9-4A42-AAAC-5F67EE0EF7C2}" srcOrd="0" destOrd="0" presId="urn:microsoft.com/office/officeart/2018/2/layout/IconLabelDescriptionList"/>
    <dgm:cxn modelId="{4D81D159-6164-45D4-84F5-FC7B84F6476E}" type="presParOf" srcId="{CCD3DFB0-BAE9-4A42-AAAC-5F67EE0EF7C2}" destId="{B1D34EC9-2D02-4C5E-9633-4805189F9761}" srcOrd="0" destOrd="0" presId="urn:microsoft.com/office/officeart/2018/2/layout/IconLabelDescriptionList"/>
    <dgm:cxn modelId="{BECBB011-6E01-4C07-9DC1-42768F9BCC61}" type="presParOf" srcId="{CCD3DFB0-BAE9-4A42-AAAC-5F67EE0EF7C2}" destId="{17086368-5488-4DA3-BAB0-22140FE95F31}" srcOrd="1" destOrd="0" presId="urn:microsoft.com/office/officeart/2018/2/layout/IconLabelDescriptionList"/>
    <dgm:cxn modelId="{68960F7B-290F-40E6-B6F7-25BE5F5FBD6A}" type="presParOf" srcId="{CCD3DFB0-BAE9-4A42-AAAC-5F67EE0EF7C2}" destId="{F0A46BEE-834D-4402-AD77-331F4E684697}" srcOrd="2" destOrd="0" presId="urn:microsoft.com/office/officeart/2018/2/layout/IconLabelDescriptionList"/>
    <dgm:cxn modelId="{EFF72B38-A21F-47DF-9D8A-16446956168D}" type="presParOf" srcId="{CCD3DFB0-BAE9-4A42-AAAC-5F67EE0EF7C2}" destId="{9C701A77-A6B8-42D5-8817-8CB9BF132244}" srcOrd="3" destOrd="0" presId="urn:microsoft.com/office/officeart/2018/2/layout/IconLabelDescriptionList"/>
    <dgm:cxn modelId="{15E466E9-DFDB-47A6-AA42-428BD23793D1}" type="presParOf" srcId="{CCD3DFB0-BAE9-4A42-AAAC-5F67EE0EF7C2}" destId="{DB44612D-F655-404C-A81D-7224BEA53F83}" srcOrd="4" destOrd="0" presId="urn:microsoft.com/office/officeart/2018/2/layout/IconLabelDescriptionList"/>
    <dgm:cxn modelId="{37B6BF4B-2F6C-4E97-A188-55536D0FCC4F}" type="presParOf" srcId="{94C22D6D-80EB-4553-A03C-FC1896D7EA92}" destId="{F1550D66-9D0A-4F18-98CA-C1CEB2556C75}" srcOrd="1" destOrd="0" presId="urn:microsoft.com/office/officeart/2018/2/layout/IconLabelDescriptionList"/>
    <dgm:cxn modelId="{24BB7C61-D8E5-42DC-8C39-43FA00DC5820}" type="presParOf" srcId="{94C22D6D-80EB-4553-A03C-FC1896D7EA92}" destId="{03B05AD2-88D5-4B31-BEE0-39E08E7BF6BF}" srcOrd="2" destOrd="0" presId="urn:microsoft.com/office/officeart/2018/2/layout/IconLabelDescriptionList"/>
    <dgm:cxn modelId="{812DB33A-EB3B-4BF3-9F2B-AED39B3A8F1B}" type="presParOf" srcId="{03B05AD2-88D5-4B31-BEE0-39E08E7BF6BF}" destId="{287FAEEC-E9C2-4FDE-834B-FD25D938D072}" srcOrd="0" destOrd="0" presId="urn:microsoft.com/office/officeart/2018/2/layout/IconLabelDescriptionList"/>
    <dgm:cxn modelId="{90A72C51-ECB5-450D-8667-C310F2192B0D}" type="presParOf" srcId="{03B05AD2-88D5-4B31-BEE0-39E08E7BF6BF}" destId="{217BA0B9-9E5A-40B8-8052-0597BCC6D230}" srcOrd="1" destOrd="0" presId="urn:microsoft.com/office/officeart/2018/2/layout/IconLabelDescriptionList"/>
    <dgm:cxn modelId="{0F18D051-EFC1-4936-B045-FCBBA0D29236}" type="presParOf" srcId="{03B05AD2-88D5-4B31-BEE0-39E08E7BF6BF}" destId="{3117C38A-ACD0-4AF7-B579-DDD32C42A23B}" srcOrd="2" destOrd="0" presId="urn:microsoft.com/office/officeart/2018/2/layout/IconLabelDescriptionList"/>
    <dgm:cxn modelId="{8840B9CC-3639-40A7-AFB8-B4D81ED4ADAF}" type="presParOf" srcId="{03B05AD2-88D5-4B31-BEE0-39E08E7BF6BF}" destId="{818CFD7A-D194-4842-9C0F-73973C152965}" srcOrd="3" destOrd="0" presId="urn:microsoft.com/office/officeart/2018/2/layout/IconLabelDescriptionList"/>
    <dgm:cxn modelId="{A782E516-535B-474E-98E6-76CCB0DC0D23}" type="presParOf" srcId="{03B05AD2-88D5-4B31-BEE0-39E08E7BF6BF}" destId="{7202D97A-4BFC-48E1-A779-DD09DDB20776}" srcOrd="4" destOrd="0" presId="urn:microsoft.com/office/officeart/2018/2/layout/IconLabelDescriptionList"/>
    <dgm:cxn modelId="{2ED9C8DB-E989-48A8-BD98-EF98D874FF98}" type="presParOf" srcId="{94C22D6D-80EB-4553-A03C-FC1896D7EA92}" destId="{744962B5-F89E-4876-B2CB-DF52EB7EAF42}" srcOrd="3" destOrd="0" presId="urn:microsoft.com/office/officeart/2018/2/layout/IconLabelDescriptionList"/>
    <dgm:cxn modelId="{B1775C9B-D217-4B8D-B5F6-AE730BCEC943}" type="presParOf" srcId="{94C22D6D-80EB-4553-A03C-FC1896D7EA92}" destId="{296C4823-34B2-4E05-89E7-0D330941BF4C}" srcOrd="4" destOrd="0" presId="urn:microsoft.com/office/officeart/2018/2/layout/IconLabelDescriptionList"/>
    <dgm:cxn modelId="{16EABB28-7807-4302-8397-EE3FD36295B1}" type="presParOf" srcId="{296C4823-34B2-4E05-89E7-0D330941BF4C}" destId="{E24D330F-0202-4164-B9E6-048DF6929632}" srcOrd="0" destOrd="0" presId="urn:microsoft.com/office/officeart/2018/2/layout/IconLabelDescriptionList"/>
    <dgm:cxn modelId="{1514713E-D0D0-4816-8E72-2BE8E40B4D51}" type="presParOf" srcId="{296C4823-34B2-4E05-89E7-0D330941BF4C}" destId="{C13C03BD-0580-40ED-87AF-4DB65EAB5D9F}" srcOrd="1" destOrd="0" presId="urn:microsoft.com/office/officeart/2018/2/layout/IconLabelDescriptionList"/>
    <dgm:cxn modelId="{68FE029D-D7FE-4BED-B4AF-9BC0A973433D}" type="presParOf" srcId="{296C4823-34B2-4E05-89E7-0D330941BF4C}" destId="{2C9218D5-7B0D-47EC-B845-38AF19503A99}" srcOrd="2" destOrd="0" presId="urn:microsoft.com/office/officeart/2018/2/layout/IconLabelDescriptionList"/>
    <dgm:cxn modelId="{69CEA767-5022-43E6-9401-9A55E2C96ADA}" type="presParOf" srcId="{296C4823-34B2-4E05-89E7-0D330941BF4C}" destId="{1FB4A5BE-B61B-4B1A-AF85-A613463DF6F8}" srcOrd="3" destOrd="0" presId="urn:microsoft.com/office/officeart/2018/2/layout/IconLabelDescriptionList"/>
    <dgm:cxn modelId="{E8F0201C-8B3C-4472-81BA-FF1C3B1BA99B}" type="presParOf" srcId="{296C4823-34B2-4E05-89E7-0D330941BF4C}" destId="{63E9FC56-32A6-4FF6-8375-7AE59FC0C2B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A51C45-790C-4280-9815-A60D7FBDF65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40FF0B-8C85-4830-9751-5BBC8B95C2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Dependence (“uses-a”) - A class uses another class</a:t>
          </a:r>
        </a:p>
      </dgm:t>
    </dgm:pt>
    <dgm:pt modelId="{6D4457C2-FE35-450D-B643-8AC66A20231B}" type="parTrans" cxnId="{581D32EC-A24F-4AB4-A1EE-EB2304BD49CA}">
      <dgm:prSet/>
      <dgm:spPr/>
      <dgm:t>
        <a:bodyPr/>
        <a:lstStyle/>
        <a:p>
          <a:endParaRPr lang="en-US"/>
        </a:p>
      </dgm:t>
    </dgm:pt>
    <dgm:pt modelId="{F1D53C18-90FE-4B38-9C3D-1A7240CA708C}" type="sibTrans" cxnId="{581D32EC-A24F-4AB4-A1EE-EB2304BD49CA}">
      <dgm:prSet/>
      <dgm:spPr/>
      <dgm:t>
        <a:bodyPr/>
        <a:lstStyle/>
        <a:p>
          <a:endParaRPr lang="en-US"/>
        </a:p>
      </dgm:t>
    </dgm:pt>
    <dgm:pt modelId="{F3C196D1-E8DA-49D1-8F8B-31535644DC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class uses or manipulates another class</a:t>
          </a:r>
        </a:p>
      </dgm:t>
    </dgm:pt>
    <dgm:pt modelId="{E2CBE23A-2F9B-4350-82E5-75F2F0D07556}" type="parTrans" cxnId="{7B8EF006-03B5-4D39-A2F0-06B5C527F260}">
      <dgm:prSet/>
      <dgm:spPr/>
      <dgm:t>
        <a:bodyPr/>
        <a:lstStyle/>
        <a:p>
          <a:endParaRPr lang="en-US"/>
        </a:p>
      </dgm:t>
    </dgm:pt>
    <dgm:pt modelId="{C178AF81-FE4C-404E-AFAB-2EFB250A2B49}" type="sibTrans" cxnId="{7B8EF006-03B5-4D39-A2F0-06B5C527F260}">
      <dgm:prSet/>
      <dgm:spPr/>
      <dgm:t>
        <a:bodyPr/>
        <a:lstStyle/>
        <a:p>
          <a:endParaRPr lang="en-US"/>
        </a:p>
      </dgm:t>
    </dgm:pt>
    <dgm:pt modelId="{393BC2C8-635F-474C-B308-63944C2BEC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 The Order uses the Account to check a customer’s credit status</a:t>
          </a:r>
        </a:p>
      </dgm:t>
    </dgm:pt>
    <dgm:pt modelId="{BF026C87-B0C5-4ECB-865B-0A0557B897A1}" type="parTrans" cxnId="{D1C1BBBC-4688-498D-8AD0-09C4552458A9}">
      <dgm:prSet/>
      <dgm:spPr/>
      <dgm:t>
        <a:bodyPr/>
        <a:lstStyle/>
        <a:p>
          <a:endParaRPr lang="en-US"/>
        </a:p>
      </dgm:t>
    </dgm:pt>
    <dgm:pt modelId="{771C1C5C-AC9A-42E4-9FD2-8ACA1FF1228A}" type="sibTrans" cxnId="{D1C1BBBC-4688-498D-8AD0-09C4552458A9}">
      <dgm:prSet/>
      <dgm:spPr/>
      <dgm:t>
        <a:bodyPr/>
        <a:lstStyle/>
        <a:p>
          <a:endParaRPr lang="en-US"/>
        </a:p>
      </dgm:t>
    </dgm:pt>
    <dgm:pt modelId="{9AC8CFAE-019F-4171-9EA1-991A108B0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Aggregation (“has-a”) – A class contains another class</a:t>
          </a:r>
        </a:p>
      </dgm:t>
    </dgm:pt>
    <dgm:pt modelId="{52A0804B-E60D-45B6-AD06-A59B1045D4D0}" type="parTrans" cxnId="{1521CD62-AD1A-4724-84FB-2358933C627C}">
      <dgm:prSet/>
      <dgm:spPr/>
      <dgm:t>
        <a:bodyPr/>
        <a:lstStyle/>
        <a:p>
          <a:endParaRPr lang="en-US"/>
        </a:p>
      </dgm:t>
    </dgm:pt>
    <dgm:pt modelId="{FE4C56B0-B8F0-4BC2-9E9E-8C9AF2914FEF}" type="sibTrans" cxnId="{1521CD62-AD1A-4724-84FB-2358933C627C}">
      <dgm:prSet/>
      <dgm:spPr/>
      <dgm:t>
        <a:bodyPr/>
        <a:lstStyle/>
        <a:p>
          <a:endParaRPr lang="en-US"/>
        </a:p>
      </dgm:t>
    </dgm:pt>
    <dgm:pt modelId="{F256C618-56EE-4A04-B716-4FA3380622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class has an instance of another class</a:t>
          </a:r>
        </a:p>
        <a:p>
          <a:pPr>
            <a:lnSpc>
              <a:spcPct val="100000"/>
            </a:lnSpc>
          </a:pPr>
          <a:r>
            <a:rPr lang="en-US"/>
            <a:t>Example: An Employee has an Address</a:t>
          </a:r>
          <a:endParaRPr lang="en-US" dirty="0"/>
        </a:p>
      </dgm:t>
    </dgm:pt>
    <dgm:pt modelId="{8903AB69-A241-47D8-BFB2-0F76C8E8965B}" type="parTrans" cxnId="{72A0B6FA-E945-4173-99E9-06516C7FA09C}">
      <dgm:prSet/>
      <dgm:spPr/>
      <dgm:t>
        <a:bodyPr/>
        <a:lstStyle/>
        <a:p>
          <a:endParaRPr lang="en-US"/>
        </a:p>
      </dgm:t>
    </dgm:pt>
    <dgm:pt modelId="{D3BC4FCF-22D4-42E0-9F03-F46CA41D3D1D}" type="sibTrans" cxnId="{72A0B6FA-E945-4173-99E9-06516C7FA09C}">
      <dgm:prSet/>
      <dgm:spPr/>
      <dgm:t>
        <a:bodyPr/>
        <a:lstStyle/>
        <a:p>
          <a:endParaRPr lang="en-US"/>
        </a:p>
      </dgm:t>
    </dgm:pt>
    <dgm:pt modelId="{D8BD2EBE-2304-4532-967E-88D703F9FB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Inheritance (“is-a”) – A more specialized version of a general class</a:t>
          </a:r>
        </a:p>
      </dgm:t>
    </dgm:pt>
    <dgm:pt modelId="{507AAE21-F43B-4898-802E-D76DF6390256}" type="parTrans" cxnId="{5F0B1972-935C-412D-9D4F-A26E7CE976E1}">
      <dgm:prSet/>
      <dgm:spPr/>
      <dgm:t>
        <a:bodyPr/>
        <a:lstStyle/>
        <a:p>
          <a:endParaRPr lang="en-US"/>
        </a:p>
      </dgm:t>
    </dgm:pt>
    <dgm:pt modelId="{7E631600-08FB-4E15-8443-EB61424DE6F3}" type="sibTrans" cxnId="{5F0B1972-935C-412D-9D4F-A26E7CE976E1}">
      <dgm:prSet/>
      <dgm:spPr/>
      <dgm:t>
        <a:bodyPr/>
        <a:lstStyle/>
        <a:p>
          <a:endParaRPr lang="en-US"/>
        </a:p>
      </dgm:t>
    </dgm:pt>
    <dgm:pt modelId="{1CD8EFCD-D538-4C98-9813-31530C5EFD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Relationship expressed by a hierarchy</a:t>
          </a:r>
          <a:endParaRPr lang="en-US" dirty="0"/>
        </a:p>
      </dgm:t>
    </dgm:pt>
    <dgm:pt modelId="{06D7610F-4756-40BE-8EDA-0A46A7B7BBA9}" type="parTrans" cxnId="{BC077AAC-7C68-4273-B177-DA8242B37625}">
      <dgm:prSet/>
      <dgm:spPr/>
      <dgm:t>
        <a:bodyPr/>
        <a:lstStyle/>
        <a:p>
          <a:endParaRPr lang="en-US"/>
        </a:p>
      </dgm:t>
    </dgm:pt>
    <dgm:pt modelId="{90B7FF5F-4827-4D3F-833C-42436C136B61}" type="sibTrans" cxnId="{BC077AAC-7C68-4273-B177-DA8242B37625}">
      <dgm:prSet/>
      <dgm:spPr/>
      <dgm:t>
        <a:bodyPr/>
        <a:lstStyle/>
        <a:p>
          <a:endParaRPr lang="en-US"/>
        </a:p>
      </dgm:t>
    </dgm:pt>
    <dgm:pt modelId="{7114D822-4ED4-44D9-AE6E-8BEFF67711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 A Student is a Person</a:t>
          </a:r>
        </a:p>
      </dgm:t>
    </dgm:pt>
    <dgm:pt modelId="{5DFD241D-AE39-458B-837B-6219704DE603}" type="parTrans" cxnId="{B8D1766F-D6D4-4121-97D1-38FC6A8EAF1A}">
      <dgm:prSet/>
      <dgm:spPr/>
      <dgm:t>
        <a:bodyPr/>
        <a:lstStyle/>
        <a:p>
          <a:endParaRPr lang="en-US"/>
        </a:p>
      </dgm:t>
    </dgm:pt>
    <dgm:pt modelId="{79D870C7-4C17-4EBB-B9B1-B4DB053CC45C}" type="sibTrans" cxnId="{B8D1766F-D6D4-4121-97D1-38FC6A8EAF1A}">
      <dgm:prSet/>
      <dgm:spPr/>
      <dgm:t>
        <a:bodyPr/>
        <a:lstStyle/>
        <a:p>
          <a:endParaRPr lang="en-US"/>
        </a:p>
      </dgm:t>
    </dgm:pt>
    <dgm:pt modelId="{6129BA35-92D6-42C5-9CA3-80549BA12BC9}" type="pres">
      <dgm:prSet presAssocID="{3AA51C45-790C-4280-9815-A60D7FBDF652}" presName="root" presStyleCnt="0">
        <dgm:presLayoutVars>
          <dgm:dir/>
          <dgm:resizeHandles val="exact"/>
        </dgm:presLayoutVars>
      </dgm:prSet>
      <dgm:spPr/>
    </dgm:pt>
    <dgm:pt modelId="{09535581-0C21-4FA3-BCA6-CAD0921D38AE}" type="pres">
      <dgm:prSet presAssocID="{4040FF0B-8C85-4830-9751-5BBC8B95C2B4}" presName="compNode" presStyleCnt="0"/>
      <dgm:spPr/>
    </dgm:pt>
    <dgm:pt modelId="{9209FB69-DAB4-4B5D-BE64-85C774D5B41A}" type="pres">
      <dgm:prSet presAssocID="{4040FF0B-8C85-4830-9751-5BBC8B95C2B4}" presName="bgRect" presStyleLbl="bgShp" presStyleIdx="0" presStyleCnt="3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</dgm:pt>
    <dgm:pt modelId="{18DA63B1-3F9B-46C3-9E57-159432579765}" type="pres">
      <dgm:prSet presAssocID="{4040FF0B-8C85-4830-9751-5BBC8B95C2B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79121B60-E6D7-44F5-84CC-4136B48D02F7}" type="pres">
      <dgm:prSet presAssocID="{4040FF0B-8C85-4830-9751-5BBC8B95C2B4}" presName="spaceRect" presStyleCnt="0"/>
      <dgm:spPr/>
    </dgm:pt>
    <dgm:pt modelId="{4E103AF1-981E-4AAE-B018-C53D0D8DB48B}" type="pres">
      <dgm:prSet presAssocID="{4040FF0B-8C85-4830-9751-5BBC8B95C2B4}" presName="parTx" presStyleLbl="revTx" presStyleIdx="0" presStyleCnt="6">
        <dgm:presLayoutVars>
          <dgm:chMax val="0"/>
          <dgm:chPref val="0"/>
        </dgm:presLayoutVars>
      </dgm:prSet>
      <dgm:spPr/>
    </dgm:pt>
    <dgm:pt modelId="{B5B071BE-6267-436F-924D-57B6BC9A3684}" type="pres">
      <dgm:prSet presAssocID="{4040FF0B-8C85-4830-9751-5BBC8B95C2B4}" presName="desTx" presStyleLbl="revTx" presStyleIdx="1" presStyleCnt="6">
        <dgm:presLayoutVars/>
      </dgm:prSet>
      <dgm:spPr/>
    </dgm:pt>
    <dgm:pt modelId="{805D6296-255B-467D-B3A0-59FAAA8C664E}" type="pres">
      <dgm:prSet presAssocID="{F1D53C18-90FE-4B38-9C3D-1A7240CA708C}" presName="sibTrans" presStyleCnt="0"/>
      <dgm:spPr/>
    </dgm:pt>
    <dgm:pt modelId="{75E5B58E-69C3-435D-B93E-C6CF9C3E702C}" type="pres">
      <dgm:prSet presAssocID="{9AC8CFAE-019F-4171-9EA1-991A108B050F}" presName="compNode" presStyleCnt="0"/>
      <dgm:spPr/>
    </dgm:pt>
    <dgm:pt modelId="{DF8490AB-80D7-46EA-94F0-892CD18261BE}" type="pres">
      <dgm:prSet presAssocID="{9AC8CFAE-019F-4171-9EA1-991A108B050F}" presName="bgRect" presStyleLbl="bgShp" presStyleIdx="1" presStyleCnt="3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</dgm:pt>
    <dgm:pt modelId="{19B7F4BD-1DA8-4864-99CC-0DF5A8C459BC}" type="pres">
      <dgm:prSet presAssocID="{9AC8CFAE-019F-4171-9EA1-991A108B050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DC1A80A-5729-4C80-842B-24403C854081}" type="pres">
      <dgm:prSet presAssocID="{9AC8CFAE-019F-4171-9EA1-991A108B050F}" presName="spaceRect" presStyleCnt="0"/>
      <dgm:spPr/>
    </dgm:pt>
    <dgm:pt modelId="{A94D805E-D660-43BB-BB42-4A402C8A09EF}" type="pres">
      <dgm:prSet presAssocID="{9AC8CFAE-019F-4171-9EA1-991A108B050F}" presName="parTx" presStyleLbl="revTx" presStyleIdx="2" presStyleCnt="6">
        <dgm:presLayoutVars>
          <dgm:chMax val="0"/>
          <dgm:chPref val="0"/>
        </dgm:presLayoutVars>
      </dgm:prSet>
      <dgm:spPr/>
    </dgm:pt>
    <dgm:pt modelId="{20E85E03-FF9E-4EAA-A845-64A9F9FD0B5A}" type="pres">
      <dgm:prSet presAssocID="{9AC8CFAE-019F-4171-9EA1-991A108B050F}" presName="desTx" presStyleLbl="revTx" presStyleIdx="3" presStyleCnt="6">
        <dgm:presLayoutVars/>
      </dgm:prSet>
      <dgm:spPr/>
    </dgm:pt>
    <dgm:pt modelId="{A5F4C3BD-99E0-44A6-B545-DD23664EA58E}" type="pres">
      <dgm:prSet presAssocID="{FE4C56B0-B8F0-4BC2-9E9E-8C9AF2914FEF}" presName="sibTrans" presStyleCnt="0"/>
      <dgm:spPr/>
    </dgm:pt>
    <dgm:pt modelId="{16249316-85D5-4220-B99A-EC58BF6AC481}" type="pres">
      <dgm:prSet presAssocID="{D8BD2EBE-2304-4532-967E-88D703F9FB5B}" presName="compNode" presStyleCnt="0"/>
      <dgm:spPr/>
    </dgm:pt>
    <dgm:pt modelId="{5EED9BAB-FB1B-459B-A96F-53618EBF0324}" type="pres">
      <dgm:prSet presAssocID="{D8BD2EBE-2304-4532-967E-88D703F9FB5B}" presName="bgRect" presStyleLbl="bgShp" presStyleIdx="2" presStyleCnt="3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</dgm:pt>
    <dgm:pt modelId="{698E964E-8DD3-4139-A343-67C3F6F518B2}" type="pres">
      <dgm:prSet presAssocID="{D8BD2EBE-2304-4532-967E-88D703F9FB5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85BEBE98-2895-4AA7-9DD1-168F9810D855}" type="pres">
      <dgm:prSet presAssocID="{D8BD2EBE-2304-4532-967E-88D703F9FB5B}" presName="spaceRect" presStyleCnt="0"/>
      <dgm:spPr/>
    </dgm:pt>
    <dgm:pt modelId="{9E4AD7F9-A558-4454-8C62-96C92E2609E7}" type="pres">
      <dgm:prSet presAssocID="{D8BD2EBE-2304-4532-967E-88D703F9FB5B}" presName="parTx" presStyleLbl="revTx" presStyleIdx="4" presStyleCnt="6">
        <dgm:presLayoutVars>
          <dgm:chMax val="0"/>
          <dgm:chPref val="0"/>
        </dgm:presLayoutVars>
      </dgm:prSet>
      <dgm:spPr/>
    </dgm:pt>
    <dgm:pt modelId="{A8A79BBC-5896-4DD8-9070-DF580D9E2432}" type="pres">
      <dgm:prSet presAssocID="{D8BD2EBE-2304-4532-967E-88D703F9FB5B}" presName="desTx" presStyleLbl="revTx" presStyleIdx="5" presStyleCnt="6">
        <dgm:presLayoutVars/>
      </dgm:prSet>
      <dgm:spPr/>
    </dgm:pt>
  </dgm:ptLst>
  <dgm:cxnLst>
    <dgm:cxn modelId="{2A29D902-4688-48B4-B123-017530B7436D}" type="presOf" srcId="{7114D822-4ED4-44D9-AE6E-8BEFF67711E3}" destId="{A8A79BBC-5896-4DD8-9070-DF580D9E2432}" srcOrd="0" destOrd="1" presId="urn:microsoft.com/office/officeart/2018/2/layout/IconVerticalSolidList"/>
    <dgm:cxn modelId="{7B8EF006-03B5-4D39-A2F0-06B5C527F260}" srcId="{4040FF0B-8C85-4830-9751-5BBC8B95C2B4}" destId="{F3C196D1-E8DA-49D1-8F8B-31535644DC03}" srcOrd="0" destOrd="0" parTransId="{E2CBE23A-2F9B-4350-82E5-75F2F0D07556}" sibTransId="{C178AF81-FE4C-404E-AFAB-2EFB250A2B49}"/>
    <dgm:cxn modelId="{0F2B5E25-D8D4-4786-B10D-92CDC68B3E17}" type="presOf" srcId="{393BC2C8-635F-474C-B308-63944C2BEC40}" destId="{B5B071BE-6267-436F-924D-57B6BC9A3684}" srcOrd="0" destOrd="1" presId="urn:microsoft.com/office/officeart/2018/2/layout/IconVerticalSolidList"/>
    <dgm:cxn modelId="{51CD422D-F007-43C6-9781-B5D7927B9E5E}" type="presOf" srcId="{F3C196D1-E8DA-49D1-8F8B-31535644DC03}" destId="{B5B071BE-6267-436F-924D-57B6BC9A3684}" srcOrd="0" destOrd="0" presId="urn:microsoft.com/office/officeart/2018/2/layout/IconVerticalSolidList"/>
    <dgm:cxn modelId="{1521CD62-AD1A-4724-84FB-2358933C627C}" srcId="{3AA51C45-790C-4280-9815-A60D7FBDF652}" destId="{9AC8CFAE-019F-4171-9EA1-991A108B050F}" srcOrd="1" destOrd="0" parTransId="{52A0804B-E60D-45B6-AD06-A59B1045D4D0}" sibTransId="{FE4C56B0-B8F0-4BC2-9E9E-8C9AF2914FEF}"/>
    <dgm:cxn modelId="{A2D30363-ABDC-403A-BB2D-CE95530C1D26}" type="presOf" srcId="{1CD8EFCD-D538-4C98-9813-31530C5EFD2B}" destId="{A8A79BBC-5896-4DD8-9070-DF580D9E2432}" srcOrd="0" destOrd="0" presId="urn:microsoft.com/office/officeart/2018/2/layout/IconVerticalSolidList"/>
    <dgm:cxn modelId="{6B471869-7B79-483E-92A5-5B49BFB5D261}" type="presOf" srcId="{D8BD2EBE-2304-4532-967E-88D703F9FB5B}" destId="{9E4AD7F9-A558-4454-8C62-96C92E2609E7}" srcOrd="0" destOrd="0" presId="urn:microsoft.com/office/officeart/2018/2/layout/IconVerticalSolidList"/>
    <dgm:cxn modelId="{B8D1766F-D6D4-4121-97D1-38FC6A8EAF1A}" srcId="{D8BD2EBE-2304-4532-967E-88D703F9FB5B}" destId="{7114D822-4ED4-44D9-AE6E-8BEFF67711E3}" srcOrd="1" destOrd="0" parTransId="{5DFD241D-AE39-458B-837B-6219704DE603}" sibTransId="{79D870C7-4C17-4EBB-B9B1-B4DB053CC45C}"/>
    <dgm:cxn modelId="{5F0B1972-935C-412D-9D4F-A26E7CE976E1}" srcId="{3AA51C45-790C-4280-9815-A60D7FBDF652}" destId="{D8BD2EBE-2304-4532-967E-88D703F9FB5B}" srcOrd="2" destOrd="0" parTransId="{507AAE21-F43B-4898-802E-D76DF6390256}" sibTransId="{7E631600-08FB-4E15-8443-EB61424DE6F3}"/>
    <dgm:cxn modelId="{ED1CAB52-28EC-41D6-B785-0439FFEE1043}" type="presOf" srcId="{F256C618-56EE-4A04-B716-4FA33806229D}" destId="{20E85E03-FF9E-4EAA-A845-64A9F9FD0B5A}" srcOrd="0" destOrd="0" presId="urn:microsoft.com/office/officeart/2018/2/layout/IconVerticalSolidList"/>
    <dgm:cxn modelId="{B7B3AC72-9B59-4F4A-80AE-129348BB27AC}" type="presOf" srcId="{9AC8CFAE-019F-4171-9EA1-991A108B050F}" destId="{A94D805E-D660-43BB-BB42-4A402C8A09EF}" srcOrd="0" destOrd="0" presId="urn:microsoft.com/office/officeart/2018/2/layout/IconVerticalSolidList"/>
    <dgm:cxn modelId="{5513448F-1490-4B6B-B29A-ECB8137DF60B}" type="presOf" srcId="{4040FF0B-8C85-4830-9751-5BBC8B95C2B4}" destId="{4E103AF1-981E-4AAE-B018-C53D0D8DB48B}" srcOrd="0" destOrd="0" presId="urn:microsoft.com/office/officeart/2018/2/layout/IconVerticalSolidList"/>
    <dgm:cxn modelId="{75A9AC95-8E6E-44E8-A8C5-10614E0CAAAC}" type="presOf" srcId="{3AA51C45-790C-4280-9815-A60D7FBDF652}" destId="{6129BA35-92D6-42C5-9CA3-80549BA12BC9}" srcOrd="0" destOrd="0" presId="urn:microsoft.com/office/officeart/2018/2/layout/IconVerticalSolidList"/>
    <dgm:cxn modelId="{BC077AAC-7C68-4273-B177-DA8242B37625}" srcId="{D8BD2EBE-2304-4532-967E-88D703F9FB5B}" destId="{1CD8EFCD-D538-4C98-9813-31530C5EFD2B}" srcOrd="0" destOrd="0" parTransId="{06D7610F-4756-40BE-8EDA-0A46A7B7BBA9}" sibTransId="{90B7FF5F-4827-4D3F-833C-42436C136B61}"/>
    <dgm:cxn modelId="{D1C1BBBC-4688-498D-8AD0-09C4552458A9}" srcId="{4040FF0B-8C85-4830-9751-5BBC8B95C2B4}" destId="{393BC2C8-635F-474C-B308-63944C2BEC40}" srcOrd="1" destOrd="0" parTransId="{BF026C87-B0C5-4ECB-865B-0A0557B897A1}" sibTransId="{771C1C5C-AC9A-42E4-9FD2-8ACA1FF1228A}"/>
    <dgm:cxn modelId="{581D32EC-A24F-4AB4-A1EE-EB2304BD49CA}" srcId="{3AA51C45-790C-4280-9815-A60D7FBDF652}" destId="{4040FF0B-8C85-4830-9751-5BBC8B95C2B4}" srcOrd="0" destOrd="0" parTransId="{6D4457C2-FE35-450D-B643-8AC66A20231B}" sibTransId="{F1D53C18-90FE-4B38-9C3D-1A7240CA708C}"/>
    <dgm:cxn modelId="{72A0B6FA-E945-4173-99E9-06516C7FA09C}" srcId="{9AC8CFAE-019F-4171-9EA1-991A108B050F}" destId="{F256C618-56EE-4A04-B716-4FA33806229D}" srcOrd="0" destOrd="0" parTransId="{8903AB69-A241-47D8-BFB2-0F76C8E8965B}" sibTransId="{D3BC4FCF-22D4-42E0-9F03-F46CA41D3D1D}"/>
    <dgm:cxn modelId="{79D57634-F4FC-4C8A-A8FE-8C47DB39B0CA}" type="presParOf" srcId="{6129BA35-92D6-42C5-9CA3-80549BA12BC9}" destId="{09535581-0C21-4FA3-BCA6-CAD0921D38AE}" srcOrd="0" destOrd="0" presId="urn:microsoft.com/office/officeart/2018/2/layout/IconVerticalSolidList"/>
    <dgm:cxn modelId="{1FA65EE7-5C87-450D-911C-09075070C202}" type="presParOf" srcId="{09535581-0C21-4FA3-BCA6-CAD0921D38AE}" destId="{9209FB69-DAB4-4B5D-BE64-85C774D5B41A}" srcOrd="0" destOrd="0" presId="urn:microsoft.com/office/officeart/2018/2/layout/IconVerticalSolidList"/>
    <dgm:cxn modelId="{23493088-E746-451D-8994-C0890D5803E4}" type="presParOf" srcId="{09535581-0C21-4FA3-BCA6-CAD0921D38AE}" destId="{18DA63B1-3F9B-46C3-9E57-159432579765}" srcOrd="1" destOrd="0" presId="urn:microsoft.com/office/officeart/2018/2/layout/IconVerticalSolidList"/>
    <dgm:cxn modelId="{03D5E0F2-3951-4F2A-9BBA-2A01D3E50D26}" type="presParOf" srcId="{09535581-0C21-4FA3-BCA6-CAD0921D38AE}" destId="{79121B60-E6D7-44F5-84CC-4136B48D02F7}" srcOrd="2" destOrd="0" presId="urn:microsoft.com/office/officeart/2018/2/layout/IconVerticalSolidList"/>
    <dgm:cxn modelId="{CC729A64-F655-434B-AAF8-00F2E9CDE385}" type="presParOf" srcId="{09535581-0C21-4FA3-BCA6-CAD0921D38AE}" destId="{4E103AF1-981E-4AAE-B018-C53D0D8DB48B}" srcOrd="3" destOrd="0" presId="urn:microsoft.com/office/officeart/2018/2/layout/IconVerticalSolidList"/>
    <dgm:cxn modelId="{E11414AF-ADC5-4EB8-9B66-899520EEC6B6}" type="presParOf" srcId="{09535581-0C21-4FA3-BCA6-CAD0921D38AE}" destId="{B5B071BE-6267-436F-924D-57B6BC9A3684}" srcOrd="4" destOrd="0" presId="urn:microsoft.com/office/officeart/2018/2/layout/IconVerticalSolidList"/>
    <dgm:cxn modelId="{B4BB630F-F7C7-4EE1-A40A-774EF3677367}" type="presParOf" srcId="{6129BA35-92D6-42C5-9CA3-80549BA12BC9}" destId="{805D6296-255B-467D-B3A0-59FAAA8C664E}" srcOrd="1" destOrd="0" presId="urn:microsoft.com/office/officeart/2018/2/layout/IconVerticalSolidList"/>
    <dgm:cxn modelId="{53691BA0-1B31-405E-B021-B1CFA61115E1}" type="presParOf" srcId="{6129BA35-92D6-42C5-9CA3-80549BA12BC9}" destId="{75E5B58E-69C3-435D-B93E-C6CF9C3E702C}" srcOrd="2" destOrd="0" presId="urn:microsoft.com/office/officeart/2018/2/layout/IconVerticalSolidList"/>
    <dgm:cxn modelId="{3141E866-598F-4E99-8E21-1FC43C839CC9}" type="presParOf" srcId="{75E5B58E-69C3-435D-B93E-C6CF9C3E702C}" destId="{DF8490AB-80D7-46EA-94F0-892CD18261BE}" srcOrd="0" destOrd="0" presId="urn:microsoft.com/office/officeart/2018/2/layout/IconVerticalSolidList"/>
    <dgm:cxn modelId="{40B917E9-BFB3-4450-B2C7-45DE0A59B1CE}" type="presParOf" srcId="{75E5B58E-69C3-435D-B93E-C6CF9C3E702C}" destId="{19B7F4BD-1DA8-4864-99CC-0DF5A8C459BC}" srcOrd="1" destOrd="0" presId="urn:microsoft.com/office/officeart/2018/2/layout/IconVerticalSolidList"/>
    <dgm:cxn modelId="{052440AB-5F40-4DA4-9761-F47EEAF9F805}" type="presParOf" srcId="{75E5B58E-69C3-435D-B93E-C6CF9C3E702C}" destId="{ADC1A80A-5729-4C80-842B-24403C854081}" srcOrd="2" destOrd="0" presId="urn:microsoft.com/office/officeart/2018/2/layout/IconVerticalSolidList"/>
    <dgm:cxn modelId="{8C059A95-B640-4867-AF05-74A78D259C50}" type="presParOf" srcId="{75E5B58E-69C3-435D-B93E-C6CF9C3E702C}" destId="{A94D805E-D660-43BB-BB42-4A402C8A09EF}" srcOrd="3" destOrd="0" presId="urn:microsoft.com/office/officeart/2018/2/layout/IconVerticalSolidList"/>
    <dgm:cxn modelId="{4E10EBD3-6921-4D21-98EC-7E896A0CB6AC}" type="presParOf" srcId="{75E5B58E-69C3-435D-B93E-C6CF9C3E702C}" destId="{20E85E03-FF9E-4EAA-A845-64A9F9FD0B5A}" srcOrd="4" destOrd="0" presId="urn:microsoft.com/office/officeart/2018/2/layout/IconVerticalSolidList"/>
    <dgm:cxn modelId="{BFA427D5-AEEE-4B65-A59B-5E8F51869574}" type="presParOf" srcId="{6129BA35-92D6-42C5-9CA3-80549BA12BC9}" destId="{A5F4C3BD-99E0-44A6-B545-DD23664EA58E}" srcOrd="3" destOrd="0" presId="urn:microsoft.com/office/officeart/2018/2/layout/IconVerticalSolidList"/>
    <dgm:cxn modelId="{FCC20996-15A1-4A44-B82D-AF40F8CA3D6E}" type="presParOf" srcId="{6129BA35-92D6-42C5-9CA3-80549BA12BC9}" destId="{16249316-85D5-4220-B99A-EC58BF6AC481}" srcOrd="4" destOrd="0" presId="urn:microsoft.com/office/officeart/2018/2/layout/IconVerticalSolidList"/>
    <dgm:cxn modelId="{CFE3D301-D7B3-4709-876D-53069304EEF0}" type="presParOf" srcId="{16249316-85D5-4220-B99A-EC58BF6AC481}" destId="{5EED9BAB-FB1B-459B-A96F-53618EBF0324}" srcOrd="0" destOrd="0" presId="urn:microsoft.com/office/officeart/2018/2/layout/IconVerticalSolidList"/>
    <dgm:cxn modelId="{D667D27D-4A64-44A0-8BC8-D0CF70533646}" type="presParOf" srcId="{16249316-85D5-4220-B99A-EC58BF6AC481}" destId="{698E964E-8DD3-4139-A343-67C3F6F518B2}" srcOrd="1" destOrd="0" presId="urn:microsoft.com/office/officeart/2018/2/layout/IconVerticalSolidList"/>
    <dgm:cxn modelId="{3534510D-DA9C-4073-AADB-C13E829F6BB5}" type="presParOf" srcId="{16249316-85D5-4220-B99A-EC58BF6AC481}" destId="{85BEBE98-2895-4AA7-9DD1-168F9810D855}" srcOrd="2" destOrd="0" presId="urn:microsoft.com/office/officeart/2018/2/layout/IconVerticalSolidList"/>
    <dgm:cxn modelId="{7EA95F41-75CC-484A-B474-8B0825865457}" type="presParOf" srcId="{16249316-85D5-4220-B99A-EC58BF6AC481}" destId="{9E4AD7F9-A558-4454-8C62-96C92E2609E7}" srcOrd="3" destOrd="0" presId="urn:microsoft.com/office/officeart/2018/2/layout/IconVerticalSolidList"/>
    <dgm:cxn modelId="{7282DE57-A1BA-40E8-8C37-02FD1DFB6BD4}" type="presParOf" srcId="{16249316-85D5-4220-B99A-EC58BF6AC481}" destId="{A8A79BBC-5896-4DD8-9070-DF580D9E243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D106CC-50EF-428E-A9CD-58DA984C7D7E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5249CBA-9CD9-4500-A119-70FFE1415394}">
      <dgm:prSet/>
      <dgm:spPr/>
      <dgm:t>
        <a:bodyPr/>
        <a:lstStyle/>
        <a:p>
          <a:r>
            <a:rPr lang="en-US"/>
            <a:t>Expresses the “is-a” relationship</a:t>
          </a:r>
        </a:p>
      </dgm:t>
    </dgm:pt>
    <dgm:pt modelId="{E78DAF68-8757-4DB0-857C-E222EEAAD69D}" type="parTrans" cxnId="{02FA7C20-F79E-4D1D-94ED-FC1B22F206CB}">
      <dgm:prSet/>
      <dgm:spPr/>
      <dgm:t>
        <a:bodyPr/>
        <a:lstStyle/>
        <a:p>
          <a:endParaRPr lang="en-US"/>
        </a:p>
      </dgm:t>
    </dgm:pt>
    <dgm:pt modelId="{27BBCAE1-8A20-4975-8263-BAE1800CFC6F}" type="sibTrans" cxnId="{02FA7C20-F79E-4D1D-94ED-FC1B22F206CB}">
      <dgm:prSet/>
      <dgm:spPr/>
      <dgm:t>
        <a:bodyPr/>
        <a:lstStyle/>
        <a:p>
          <a:endParaRPr lang="en-US"/>
        </a:p>
      </dgm:t>
    </dgm:pt>
    <dgm:pt modelId="{F60EDEB7-42D6-491B-AD67-FFBF68C563F3}">
      <dgm:prSet/>
      <dgm:spPr/>
      <dgm:t>
        <a:bodyPr/>
        <a:lstStyle/>
        <a:p>
          <a:r>
            <a:rPr lang="en-US"/>
            <a:t>Parent-child relationship – one parent, many children</a:t>
          </a:r>
        </a:p>
      </dgm:t>
    </dgm:pt>
    <dgm:pt modelId="{0BF24929-A52A-4825-B34D-256B51CDE237}" type="parTrans" cxnId="{697AE82C-3913-4C6B-B4DA-4615AB8CF31E}">
      <dgm:prSet/>
      <dgm:spPr/>
      <dgm:t>
        <a:bodyPr/>
        <a:lstStyle/>
        <a:p>
          <a:endParaRPr lang="en-US"/>
        </a:p>
      </dgm:t>
    </dgm:pt>
    <dgm:pt modelId="{C2FC19D0-C1B9-460F-A362-5C8B9A3B1EFE}" type="sibTrans" cxnId="{697AE82C-3913-4C6B-B4DA-4615AB8CF31E}">
      <dgm:prSet/>
      <dgm:spPr/>
      <dgm:t>
        <a:bodyPr/>
        <a:lstStyle/>
        <a:p>
          <a:endParaRPr lang="en-US"/>
        </a:p>
      </dgm:t>
    </dgm:pt>
    <dgm:pt modelId="{E5FD7917-33D4-4038-8791-1621C86C1433}">
      <dgm:prSet/>
      <dgm:spPr/>
      <dgm:t>
        <a:bodyPr/>
        <a:lstStyle/>
        <a:p>
          <a:r>
            <a:rPr lang="en-US"/>
            <a:t>Superclass (base class) and subclass (derived class)</a:t>
          </a:r>
        </a:p>
      </dgm:t>
    </dgm:pt>
    <dgm:pt modelId="{F62E8F4B-E9D9-4369-A803-E332CCB39E51}" type="parTrans" cxnId="{BD753305-21B0-4626-B957-5F147B758050}">
      <dgm:prSet/>
      <dgm:spPr/>
      <dgm:t>
        <a:bodyPr/>
        <a:lstStyle/>
        <a:p>
          <a:endParaRPr lang="en-US"/>
        </a:p>
      </dgm:t>
    </dgm:pt>
    <dgm:pt modelId="{F649EE2A-85C3-4A52-A629-32177ECD9C8A}" type="sibTrans" cxnId="{BD753305-21B0-4626-B957-5F147B758050}">
      <dgm:prSet/>
      <dgm:spPr/>
      <dgm:t>
        <a:bodyPr/>
        <a:lstStyle/>
        <a:p>
          <a:endParaRPr lang="en-US"/>
        </a:p>
      </dgm:t>
    </dgm:pt>
    <dgm:pt modelId="{09046073-55BF-4806-B54D-2CA0249320A3}">
      <dgm:prSet/>
      <dgm:spPr/>
      <dgm:t>
        <a:bodyPr/>
        <a:lstStyle/>
        <a:p>
          <a:r>
            <a:rPr lang="en-US"/>
            <a:t>Allows the implementation of the inheritance concept</a:t>
          </a:r>
        </a:p>
      </dgm:t>
    </dgm:pt>
    <dgm:pt modelId="{D3BCC420-BB71-4C93-9C32-BD6C928799EB}" type="parTrans" cxnId="{81C37D82-7706-4450-8521-2F42321EE5A1}">
      <dgm:prSet/>
      <dgm:spPr/>
      <dgm:t>
        <a:bodyPr/>
        <a:lstStyle/>
        <a:p>
          <a:endParaRPr lang="en-US"/>
        </a:p>
      </dgm:t>
    </dgm:pt>
    <dgm:pt modelId="{095486AB-27A1-439F-A8D9-1876C0E96F6D}" type="sibTrans" cxnId="{81C37D82-7706-4450-8521-2F42321EE5A1}">
      <dgm:prSet/>
      <dgm:spPr/>
      <dgm:t>
        <a:bodyPr/>
        <a:lstStyle/>
        <a:p>
          <a:endParaRPr lang="en-US"/>
        </a:p>
      </dgm:t>
    </dgm:pt>
    <dgm:pt modelId="{4F56548E-C03D-4B0C-9C9C-99103230F7C3}">
      <dgm:prSet/>
      <dgm:spPr/>
      <dgm:t>
        <a:bodyPr/>
        <a:lstStyle/>
        <a:p>
          <a:r>
            <a:rPr lang="en-US"/>
            <a:t>Subclasses gain state, behavior, and identity from the superclass</a:t>
          </a:r>
        </a:p>
      </dgm:t>
    </dgm:pt>
    <dgm:pt modelId="{973ABF06-9C7F-4D85-90DC-D6A8D10E9DE1}" type="parTrans" cxnId="{E0AE3EC8-0ECD-4E86-A5A6-4EC28092449F}">
      <dgm:prSet/>
      <dgm:spPr/>
      <dgm:t>
        <a:bodyPr/>
        <a:lstStyle/>
        <a:p>
          <a:endParaRPr lang="en-US"/>
        </a:p>
      </dgm:t>
    </dgm:pt>
    <dgm:pt modelId="{319DD557-20F3-4D54-8B67-8883BA009264}" type="sibTrans" cxnId="{E0AE3EC8-0ECD-4E86-A5A6-4EC28092449F}">
      <dgm:prSet/>
      <dgm:spPr/>
      <dgm:t>
        <a:bodyPr/>
        <a:lstStyle/>
        <a:p>
          <a:endParaRPr lang="en-US"/>
        </a:p>
      </dgm:t>
    </dgm:pt>
    <dgm:pt modelId="{15FFDEC6-8664-49FB-9893-420F8FCFF491}">
      <dgm:prSet/>
      <dgm:spPr/>
      <dgm:t>
        <a:bodyPr/>
        <a:lstStyle/>
        <a:p>
          <a:r>
            <a:rPr lang="en-US"/>
            <a:t>Usage depends on requirements</a:t>
          </a:r>
        </a:p>
      </dgm:t>
    </dgm:pt>
    <dgm:pt modelId="{1F10186D-9FE0-4745-ACF6-9869E0F3ACFE}" type="parTrans" cxnId="{AA50F88B-4F02-49DA-818E-C530D092D3B4}">
      <dgm:prSet/>
      <dgm:spPr/>
      <dgm:t>
        <a:bodyPr/>
        <a:lstStyle/>
        <a:p>
          <a:endParaRPr lang="en-US"/>
        </a:p>
      </dgm:t>
    </dgm:pt>
    <dgm:pt modelId="{BD6E51F4-0FCB-4238-BF39-46AE6D1C5166}" type="sibTrans" cxnId="{AA50F88B-4F02-49DA-818E-C530D092D3B4}">
      <dgm:prSet/>
      <dgm:spPr/>
      <dgm:t>
        <a:bodyPr/>
        <a:lstStyle/>
        <a:p>
          <a:endParaRPr lang="en-US"/>
        </a:p>
      </dgm:t>
    </dgm:pt>
    <dgm:pt modelId="{71B8C164-F1CE-4974-9686-6978DF3C59EE}">
      <dgm:prSet/>
      <dgm:spPr/>
      <dgm:t>
        <a:bodyPr/>
        <a:lstStyle/>
        <a:p>
          <a:r>
            <a:rPr lang="en-US"/>
            <a:t>Should be natural to what you are representing</a:t>
          </a:r>
        </a:p>
      </dgm:t>
    </dgm:pt>
    <dgm:pt modelId="{11E3813B-2E4B-4B4B-B3F0-689C82F46EB7}" type="parTrans" cxnId="{317E2EC8-CEE3-4A42-BFBB-35C66DFD996E}">
      <dgm:prSet/>
      <dgm:spPr/>
      <dgm:t>
        <a:bodyPr/>
        <a:lstStyle/>
        <a:p>
          <a:endParaRPr lang="en-US"/>
        </a:p>
      </dgm:t>
    </dgm:pt>
    <dgm:pt modelId="{A89DBEA3-C69C-4BA6-B84B-3041E10A7DF2}" type="sibTrans" cxnId="{317E2EC8-CEE3-4A42-BFBB-35C66DFD996E}">
      <dgm:prSet/>
      <dgm:spPr/>
      <dgm:t>
        <a:bodyPr/>
        <a:lstStyle/>
        <a:p>
          <a:endParaRPr lang="en-US"/>
        </a:p>
      </dgm:t>
    </dgm:pt>
    <dgm:pt modelId="{CE100C78-F816-4540-AEB0-225DC9E96A3F}" type="pres">
      <dgm:prSet presAssocID="{0FD106CC-50EF-428E-A9CD-58DA984C7D7E}" presName="linear" presStyleCnt="0">
        <dgm:presLayoutVars>
          <dgm:animLvl val="lvl"/>
          <dgm:resizeHandles val="exact"/>
        </dgm:presLayoutVars>
      </dgm:prSet>
      <dgm:spPr/>
    </dgm:pt>
    <dgm:pt modelId="{55F92616-3942-4CDE-AFBD-417A01B5949F}" type="pres">
      <dgm:prSet presAssocID="{F5249CBA-9CD9-4500-A119-70FFE141539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1F9BA1F-43FF-4763-845B-C0F437A6902B}" type="pres">
      <dgm:prSet presAssocID="{27BBCAE1-8A20-4975-8263-BAE1800CFC6F}" presName="spacer" presStyleCnt="0"/>
      <dgm:spPr/>
    </dgm:pt>
    <dgm:pt modelId="{84971023-76F2-4867-883D-03010E1A5B20}" type="pres">
      <dgm:prSet presAssocID="{F60EDEB7-42D6-491B-AD67-FFBF68C563F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2D07F833-9CDD-4DA3-BE0A-399411ACF0F4}" type="pres">
      <dgm:prSet presAssocID="{C2FC19D0-C1B9-460F-A362-5C8B9A3B1EFE}" presName="spacer" presStyleCnt="0"/>
      <dgm:spPr/>
    </dgm:pt>
    <dgm:pt modelId="{90D90447-C4AF-4661-86A3-FF1C625FF68A}" type="pres">
      <dgm:prSet presAssocID="{E5FD7917-33D4-4038-8791-1621C86C1433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52A81BE-06D9-4B06-8182-44EED30A9FAC}" type="pres">
      <dgm:prSet presAssocID="{F649EE2A-85C3-4A52-A629-32177ECD9C8A}" presName="spacer" presStyleCnt="0"/>
      <dgm:spPr/>
    </dgm:pt>
    <dgm:pt modelId="{1190EBBA-B8C8-4914-B8B0-98515FC2E28C}" type="pres">
      <dgm:prSet presAssocID="{09046073-55BF-4806-B54D-2CA0249320A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18DB2F3-B838-415B-9F74-65424DE89720}" type="pres">
      <dgm:prSet presAssocID="{095486AB-27A1-439F-A8D9-1876C0E96F6D}" presName="spacer" presStyleCnt="0"/>
      <dgm:spPr/>
    </dgm:pt>
    <dgm:pt modelId="{4EC012AE-5725-4E9B-8DF8-90C6AEC3C85D}" type="pres">
      <dgm:prSet presAssocID="{4F56548E-C03D-4B0C-9C9C-99103230F7C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37DA040-B4B3-4635-B0D6-CA9D633F00C1}" type="pres">
      <dgm:prSet presAssocID="{319DD557-20F3-4D54-8B67-8883BA009264}" presName="spacer" presStyleCnt="0"/>
      <dgm:spPr/>
    </dgm:pt>
    <dgm:pt modelId="{93E5BB89-9329-4738-9B38-1432155F8922}" type="pres">
      <dgm:prSet presAssocID="{15FFDEC6-8664-49FB-9893-420F8FCFF49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3A6FEFC5-9DCD-411A-B6F8-3F052C4B80DE}" type="pres">
      <dgm:prSet presAssocID="{BD6E51F4-0FCB-4238-BF39-46AE6D1C5166}" presName="spacer" presStyleCnt="0"/>
      <dgm:spPr/>
    </dgm:pt>
    <dgm:pt modelId="{8BC4557B-A3B6-41E4-988B-CDDBE25F77DC}" type="pres">
      <dgm:prSet presAssocID="{71B8C164-F1CE-4974-9686-6978DF3C59EE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D753305-21B0-4626-B957-5F147B758050}" srcId="{0FD106CC-50EF-428E-A9CD-58DA984C7D7E}" destId="{E5FD7917-33D4-4038-8791-1621C86C1433}" srcOrd="2" destOrd="0" parTransId="{F62E8F4B-E9D9-4369-A803-E332CCB39E51}" sibTransId="{F649EE2A-85C3-4A52-A629-32177ECD9C8A}"/>
    <dgm:cxn modelId="{02FA7C20-F79E-4D1D-94ED-FC1B22F206CB}" srcId="{0FD106CC-50EF-428E-A9CD-58DA984C7D7E}" destId="{F5249CBA-9CD9-4500-A119-70FFE1415394}" srcOrd="0" destOrd="0" parTransId="{E78DAF68-8757-4DB0-857C-E222EEAAD69D}" sibTransId="{27BBCAE1-8A20-4975-8263-BAE1800CFC6F}"/>
    <dgm:cxn modelId="{697AE82C-3913-4C6B-B4DA-4615AB8CF31E}" srcId="{0FD106CC-50EF-428E-A9CD-58DA984C7D7E}" destId="{F60EDEB7-42D6-491B-AD67-FFBF68C563F3}" srcOrd="1" destOrd="0" parTransId="{0BF24929-A52A-4825-B34D-256B51CDE237}" sibTransId="{C2FC19D0-C1B9-460F-A362-5C8B9A3B1EFE}"/>
    <dgm:cxn modelId="{A43FE64A-1709-46BF-8A06-49062B680B67}" type="presOf" srcId="{09046073-55BF-4806-B54D-2CA0249320A3}" destId="{1190EBBA-B8C8-4914-B8B0-98515FC2E28C}" srcOrd="0" destOrd="0" presId="urn:microsoft.com/office/officeart/2005/8/layout/vList2"/>
    <dgm:cxn modelId="{0993AB51-533A-4627-A213-5C7CC193E311}" type="presOf" srcId="{4F56548E-C03D-4B0C-9C9C-99103230F7C3}" destId="{4EC012AE-5725-4E9B-8DF8-90C6AEC3C85D}" srcOrd="0" destOrd="0" presId="urn:microsoft.com/office/officeart/2005/8/layout/vList2"/>
    <dgm:cxn modelId="{81C37D82-7706-4450-8521-2F42321EE5A1}" srcId="{0FD106CC-50EF-428E-A9CD-58DA984C7D7E}" destId="{09046073-55BF-4806-B54D-2CA0249320A3}" srcOrd="3" destOrd="0" parTransId="{D3BCC420-BB71-4C93-9C32-BD6C928799EB}" sibTransId="{095486AB-27A1-439F-A8D9-1876C0E96F6D}"/>
    <dgm:cxn modelId="{3708BC8B-BBC6-47B5-8C4B-F1CBB3E0A097}" type="presOf" srcId="{15FFDEC6-8664-49FB-9893-420F8FCFF491}" destId="{93E5BB89-9329-4738-9B38-1432155F8922}" srcOrd="0" destOrd="0" presId="urn:microsoft.com/office/officeart/2005/8/layout/vList2"/>
    <dgm:cxn modelId="{AA50F88B-4F02-49DA-818E-C530D092D3B4}" srcId="{0FD106CC-50EF-428E-A9CD-58DA984C7D7E}" destId="{15FFDEC6-8664-49FB-9893-420F8FCFF491}" srcOrd="5" destOrd="0" parTransId="{1F10186D-9FE0-4745-ACF6-9869E0F3ACFE}" sibTransId="{BD6E51F4-0FCB-4238-BF39-46AE6D1C5166}"/>
    <dgm:cxn modelId="{3D87C6AC-4C2C-4717-A056-403DC6AA60A3}" type="presOf" srcId="{0FD106CC-50EF-428E-A9CD-58DA984C7D7E}" destId="{CE100C78-F816-4540-AEB0-225DC9E96A3F}" srcOrd="0" destOrd="0" presId="urn:microsoft.com/office/officeart/2005/8/layout/vList2"/>
    <dgm:cxn modelId="{CE8D93AF-18BB-4358-8746-D440F26C4FEF}" type="presOf" srcId="{F60EDEB7-42D6-491B-AD67-FFBF68C563F3}" destId="{84971023-76F2-4867-883D-03010E1A5B20}" srcOrd="0" destOrd="0" presId="urn:microsoft.com/office/officeart/2005/8/layout/vList2"/>
    <dgm:cxn modelId="{29380FB8-C90A-4FC0-B09B-EAA83CA896F7}" type="presOf" srcId="{F5249CBA-9CD9-4500-A119-70FFE1415394}" destId="{55F92616-3942-4CDE-AFBD-417A01B5949F}" srcOrd="0" destOrd="0" presId="urn:microsoft.com/office/officeart/2005/8/layout/vList2"/>
    <dgm:cxn modelId="{317E2EC8-CEE3-4A42-BFBB-35C66DFD996E}" srcId="{0FD106CC-50EF-428E-A9CD-58DA984C7D7E}" destId="{71B8C164-F1CE-4974-9686-6978DF3C59EE}" srcOrd="6" destOrd="0" parTransId="{11E3813B-2E4B-4B4B-B3F0-689C82F46EB7}" sibTransId="{A89DBEA3-C69C-4BA6-B84B-3041E10A7DF2}"/>
    <dgm:cxn modelId="{E0AE3EC8-0ECD-4E86-A5A6-4EC28092449F}" srcId="{0FD106CC-50EF-428E-A9CD-58DA984C7D7E}" destId="{4F56548E-C03D-4B0C-9C9C-99103230F7C3}" srcOrd="4" destOrd="0" parTransId="{973ABF06-9C7F-4D85-90DC-D6A8D10E9DE1}" sibTransId="{319DD557-20F3-4D54-8B67-8883BA009264}"/>
    <dgm:cxn modelId="{B4EDB5E8-65F5-4248-AECB-8EAA4FBEE5FE}" type="presOf" srcId="{71B8C164-F1CE-4974-9686-6978DF3C59EE}" destId="{8BC4557B-A3B6-41E4-988B-CDDBE25F77DC}" srcOrd="0" destOrd="0" presId="urn:microsoft.com/office/officeart/2005/8/layout/vList2"/>
    <dgm:cxn modelId="{19ACA5EE-AD65-4120-BE97-EDCAB78C44FC}" type="presOf" srcId="{E5FD7917-33D4-4038-8791-1621C86C1433}" destId="{90D90447-C4AF-4661-86A3-FF1C625FF68A}" srcOrd="0" destOrd="0" presId="urn:microsoft.com/office/officeart/2005/8/layout/vList2"/>
    <dgm:cxn modelId="{0D9DD271-447D-4DB7-BE64-3E320D4DC598}" type="presParOf" srcId="{CE100C78-F816-4540-AEB0-225DC9E96A3F}" destId="{55F92616-3942-4CDE-AFBD-417A01B5949F}" srcOrd="0" destOrd="0" presId="urn:microsoft.com/office/officeart/2005/8/layout/vList2"/>
    <dgm:cxn modelId="{7DA2C3C7-89B6-40FE-B203-6D60D27243FD}" type="presParOf" srcId="{CE100C78-F816-4540-AEB0-225DC9E96A3F}" destId="{81F9BA1F-43FF-4763-845B-C0F437A6902B}" srcOrd="1" destOrd="0" presId="urn:microsoft.com/office/officeart/2005/8/layout/vList2"/>
    <dgm:cxn modelId="{C683BFD1-BC5E-4D89-82E9-8E89E3BE935C}" type="presParOf" srcId="{CE100C78-F816-4540-AEB0-225DC9E96A3F}" destId="{84971023-76F2-4867-883D-03010E1A5B20}" srcOrd="2" destOrd="0" presId="urn:microsoft.com/office/officeart/2005/8/layout/vList2"/>
    <dgm:cxn modelId="{6048DA2C-D372-4AE0-80D3-7795F0FA0E45}" type="presParOf" srcId="{CE100C78-F816-4540-AEB0-225DC9E96A3F}" destId="{2D07F833-9CDD-4DA3-BE0A-399411ACF0F4}" srcOrd="3" destOrd="0" presId="urn:microsoft.com/office/officeart/2005/8/layout/vList2"/>
    <dgm:cxn modelId="{D71049D1-3C43-4EDC-A88E-06CBB6FA7D00}" type="presParOf" srcId="{CE100C78-F816-4540-AEB0-225DC9E96A3F}" destId="{90D90447-C4AF-4661-86A3-FF1C625FF68A}" srcOrd="4" destOrd="0" presId="urn:microsoft.com/office/officeart/2005/8/layout/vList2"/>
    <dgm:cxn modelId="{9DD12ABE-C220-4A55-919A-0F5424FFF4B7}" type="presParOf" srcId="{CE100C78-F816-4540-AEB0-225DC9E96A3F}" destId="{D52A81BE-06D9-4B06-8182-44EED30A9FAC}" srcOrd="5" destOrd="0" presId="urn:microsoft.com/office/officeart/2005/8/layout/vList2"/>
    <dgm:cxn modelId="{4D0BA067-024E-4578-A936-0DA5F0FCEE32}" type="presParOf" srcId="{CE100C78-F816-4540-AEB0-225DC9E96A3F}" destId="{1190EBBA-B8C8-4914-B8B0-98515FC2E28C}" srcOrd="6" destOrd="0" presId="urn:microsoft.com/office/officeart/2005/8/layout/vList2"/>
    <dgm:cxn modelId="{18F293A0-53AD-41E8-94BC-E03FB71300E3}" type="presParOf" srcId="{CE100C78-F816-4540-AEB0-225DC9E96A3F}" destId="{118DB2F3-B838-415B-9F74-65424DE89720}" srcOrd="7" destOrd="0" presId="urn:microsoft.com/office/officeart/2005/8/layout/vList2"/>
    <dgm:cxn modelId="{0EFC47C6-D4E9-4030-8420-D3B36DCCC1DB}" type="presParOf" srcId="{CE100C78-F816-4540-AEB0-225DC9E96A3F}" destId="{4EC012AE-5725-4E9B-8DF8-90C6AEC3C85D}" srcOrd="8" destOrd="0" presId="urn:microsoft.com/office/officeart/2005/8/layout/vList2"/>
    <dgm:cxn modelId="{DA64B6EF-ED53-4C83-90AD-EB7E7791102E}" type="presParOf" srcId="{CE100C78-F816-4540-AEB0-225DC9E96A3F}" destId="{137DA040-B4B3-4635-B0D6-CA9D633F00C1}" srcOrd="9" destOrd="0" presId="urn:microsoft.com/office/officeart/2005/8/layout/vList2"/>
    <dgm:cxn modelId="{AAD4B5D4-2814-4DFC-B586-CC5574C09E69}" type="presParOf" srcId="{CE100C78-F816-4540-AEB0-225DC9E96A3F}" destId="{93E5BB89-9329-4738-9B38-1432155F8922}" srcOrd="10" destOrd="0" presId="urn:microsoft.com/office/officeart/2005/8/layout/vList2"/>
    <dgm:cxn modelId="{6E8970AA-90A4-4D5F-9390-FE7E8CFC3691}" type="presParOf" srcId="{CE100C78-F816-4540-AEB0-225DC9E96A3F}" destId="{3A6FEFC5-9DCD-411A-B6F8-3F052C4B80DE}" srcOrd="11" destOrd="0" presId="urn:microsoft.com/office/officeart/2005/8/layout/vList2"/>
    <dgm:cxn modelId="{16AD8D30-0DA3-43D1-A69F-D38486E0B602}" type="presParOf" srcId="{CE100C78-F816-4540-AEB0-225DC9E96A3F}" destId="{8BC4557B-A3B6-41E4-988B-CDDBE25F77D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81113A-D585-4322-941B-19BB32F8FE9A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182964-AC4B-4965-9460-0ABD5E2C7FD6}">
      <dgm:prSet phldrT="[Text]" custT="1"/>
      <dgm:spPr/>
      <dgm:t>
        <a:bodyPr/>
        <a:lstStyle/>
        <a:p>
          <a:r>
            <a:rPr lang="en-US" sz="2000" dirty="0"/>
            <a:t>Feline</a:t>
          </a:r>
        </a:p>
      </dgm:t>
    </dgm:pt>
    <dgm:pt modelId="{46D18C8A-DF65-4E7A-B8B0-51D5CA1E7F10}" type="parTrans" cxnId="{53BFE89D-AE0D-4B4E-A4DE-EBF28B6A95F2}">
      <dgm:prSet/>
      <dgm:spPr/>
      <dgm:t>
        <a:bodyPr/>
        <a:lstStyle/>
        <a:p>
          <a:endParaRPr lang="en-US" sz="2000"/>
        </a:p>
      </dgm:t>
    </dgm:pt>
    <dgm:pt modelId="{28459E69-38B4-4E08-9C55-F23939552A77}" type="sibTrans" cxnId="{53BFE89D-AE0D-4B4E-A4DE-EBF28B6A95F2}">
      <dgm:prSet/>
      <dgm:spPr/>
      <dgm:t>
        <a:bodyPr/>
        <a:lstStyle/>
        <a:p>
          <a:endParaRPr lang="en-US" sz="2000"/>
        </a:p>
      </dgm:t>
    </dgm:pt>
    <dgm:pt modelId="{5890229C-F837-4216-82FC-E85B47C3F9B1}">
      <dgm:prSet phldrT="[Text]" custT="1"/>
      <dgm:spPr/>
      <dgm:t>
        <a:bodyPr/>
        <a:lstStyle/>
        <a:p>
          <a:r>
            <a:rPr lang="en-US" sz="2000" dirty="0"/>
            <a:t>Cat</a:t>
          </a:r>
        </a:p>
      </dgm:t>
    </dgm:pt>
    <dgm:pt modelId="{31AAE615-1E58-4317-B3EB-B0B04930462F}" type="parTrans" cxnId="{140C7701-2014-4F2F-BD7C-9FBAB89E2BC0}">
      <dgm:prSet/>
      <dgm:spPr/>
      <dgm:t>
        <a:bodyPr/>
        <a:lstStyle/>
        <a:p>
          <a:endParaRPr lang="en-US" sz="2000"/>
        </a:p>
      </dgm:t>
    </dgm:pt>
    <dgm:pt modelId="{00623DB3-F88D-4926-B410-49099629F7D8}" type="sibTrans" cxnId="{140C7701-2014-4F2F-BD7C-9FBAB89E2BC0}">
      <dgm:prSet/>
      <dgm:spPr/>
      <dgm:t>
        <a:bodyPr/>
        <a:lstStyle/>
        <a:p>
          <a:endParaRPr lang="en-US" sz="2000"/>
        </a:p>
      </dgm:t>
    </dgm:pt>
    <dgm:pt modelId="{4DCC8F9D-9B34-422D-A889-8D9C054C2106}">
      <dgm:prSet phldrT="[Text]" custT="1"/>
      <dgm:spPr/>
      <dgm:t>
        <a:bodyPr/>
        <a:lstStyle/>
        <a:p>
          <a:r>
            <a:rPr lang="en-US" sz="2000" dirty="0"/>
            <a:t>Tiger</a:t>
          </a:r>
        </a:p>
      </dgm:t>
    </dgm:pt>
    <dgm:pt modelId="{A4B6B34B-C1D5-415C-ADB4-6C1ADDA8032D}" type="parTrans" cxnId="{DB72294C-9C10-49F4-AA77-8791F6F1CF99}">
      <dgm:prSet/>
      <dgm:spPr/>
      <dgm:t>
        <a:bodyPr/>
        <a:lstStyle/>
        <a:p>
          <a:endParaRPr lang="en-US" sz="2000"/>
        </a:p>
      </dgm:t>
    </dgm:pt>
    <dgm:pt modelId="{BDA03F10-E097-4A1A-81DC-C7A8AE8679D4}" type="sibTrans" cxnId="{DB72294C-9C10-49F4-AA77-8791F6F1CF99}">
      <dgm:prSet/>
      <dgm:spPr/>
      <dgm:t>
        <a:bodyPr/>
        <a:lstStyle/>
        <a:p>
          <a:endParaRPr lang="en-US" sz="2000"/>
        </a:p>
      </dgm:t>
    </dgm:pt>
    <dgm:pt modelId="{1CA71902-1668-4431-8167-0C1777000F89}">
      <dgm:prSet phldrT="[Text]" custT="1"/>
      <dgm:spPr/>
      <dgm:t>
        <a:bodyPr/>
        <a:lstStyle/>
        <a:p>
          <a:r>
            <a:rPr lang="en-US" sz="2000" dirty="0"/>
            <a:t>Lion</a:t>
          </a:r>
        </a:p>
      </dgm:t>
    </dgm:pt>
    <dgm:pt modelId="{0417D955-E9A5-4926-AAD1-DFAA44D0B959}" type="parTrans" cxnId="{3EB57756-CE61-4A18-B4AD-07F007844538}">
      <dgm:prSet/>
      <dgm:spPr/>
      <dgm:t>
        <a:bodyPr/>
        <a:lstStyle/>
        <a:p>
          <a:endParaRPr lang="en-US" sz="2000"/>
        </a:p>
      </dgm:t>
    </dgm:pt>
    <dgm:pt modelId="{77730E32-F69E-47C5-A5C1-2BE800C1783E}" type="sibTrans" cxnId="{3EB57756-CE61-4A18-B4AD-07F007844538}">
      <dgm:prSet/>
      <dgm:spPr/>
      <dgm:t>
        <a:bodyPr/>
        <a:lstStyle/>
        <a:p>
          <a:endParaRPr lang="en-US" sz="2000"/>
        </a:p>
      </dgm:t>
    </dgm:pt>
    <dgm:pt modelId="{A97599A8-0CB0-406D-B9F7-ADF18027EA39}" type="pres">
      <dgm:prSet presAssocID="{4B81113A-D585-4322-941B-19BB32F8FE9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6034E78-51D8-477E-AD9B-5B3E09885199}" type="pres">
      <dgm:prSet presAssocID="{21182964-AC4B-4965-9460-0ABD5E2C7FD6}" presName="hierRoot1" presStyleCnt="0">
        <dgm:presLayoutVars>
          <dgm:hierBranch val="init"/>
        </dgm:presLayoutVars>
      </dgm:prSet>
      <dgm:spPr/>
    </dgm:pt>
    <dgm:pt modelId="{4D2910D9-D149-4567-BFC4-A3BEAB261369}" type="pres">
      <dgm:prSet presAssocID="{21182964-AC4B-4965-9460-0ABD5E2C7FD6}" presName="rootComposite1" presStyleCnt="0"/>
      <dgm:spPr/>
    </dgm:pt>
    <dgm:pt modelId="{BA11F177-AA37-4645-B6F5-8A2BCF5E9FD3}" type="pres">
      <dgm:prSet presAssocID="{21182964-AC4B-4965-9460-0ABD5E2C7FD6}" presName="rootText1" presStyleLbl="node0" presStyleIdx="0" presStyleCnt="1">
        <dgm:presLayoutVars>
          <dgm:chPref val="3"/>
        </dgm:presLayoutVars>
      </dgm:prSet>
      <dgm:spPr/>
    </dgm:pt>
    <dgm:pt modelId="{C4C36D3F-91DD-4712-82BA-A878C9F57689}" type="pres">
      <dgm:prSet presAssocID="{21182964-AC4B-4965-9460-0ABD5E2C7FD6}" presName="rootConnector1" presStyleLbl="node1" presStyleIdx="0" presStyleCnt="0"/>
      <dgm:spPr/>
    </dgm:pt>
    <dgm:pt modelId="{17F3CD36-A3FB-4464-96C8-00AC34CB288C}" type="pres">
      <dgm:prSet presAssocID="{21182964-AC4B-4965-9460-0ABD5E2C7FD6}" presName="hierChild2" presStyleCnt="0"/>
      <dgm:spPr/>
    </dgm:pt>
    <dgm:pt modelId="{8AFED94C-60B0-4BC4-A123-A83CD996126A}" type="pres">
      <dgm:prSet presAssocID="{31AAE615-1E58-4317-B3EB-B0B04930462F}" presName="Name64" presStyleLbl="parChTrans1D2" presStyleIdx="0" presStyleCnt="3"/>
      <dgm:spPr/>
    </dgm:pt>
    <dgm:pt modelId="{D2CAF902-7628-4C98-A8B6-DB83554CD20A}" type="pres">
      <dgm:prSet presAssocID="{5890229C-F837-4216-82FC-E85B47C3F9B1}" presName="hierRoot2" presStyleCnt="0">
        <dgm:presLayoutVars>
          <dgm:hierBranch val="init"/>
        </dgm:presLayoutVars>
      </dgm:prSet>
      <dgm:spPr/>
    </dgm:pt>
    <dgm:pt modelId="{2E1FB099-2710-482B-97F7-D946D4448EFB}" type="pres">
      <dgm:prSet presAssocID="{5890229C-F837-4216-82FC-E85B47C3F9B1}" presName="rootComposite" presStyleCnt="0"/>
      <dgm:spPr/>
    </dgm:pt>
    <dgm:pt modelId="{6D0ABC10-6872-4B08-8E51-C96D83160326}" type="pres">
      <dgm:prSet presAssocID="{5890229C-F837-4216-82FC-E85B47C3F9B1}" presName="rootText" presStyleLbl="node2" presStyleIdx="0" presStyleCnt="3">
        <dgm:presLayoutVars>
          <dgm:chPref val="3"/>
        </dgm:presLayoutVars>
      </dgm:prSet>
      <dgm:spPr/>
    </dgm:pt>
    <dgm:pt modelId="{2C453CAC-2AE8-4F64-A808-4D501B21EE51}" type="pres">
      <dgm:prSet presAssocID="{5890229C-F837-4216-82FC-E85B47C3F9B1}" presName="rootConnector" presStyleLbl="node2" presStyleIdx="0" presStyleCnt="3"/>
      <dgm:spPr/>
    </dgm:pt>
    <dgm:pt modelId="{7E221941-1956-4AFB-9654-15B933837411}" type="pres">
      <dgm:prSet presAssocID="{5890229C-F837-4216-82FC-E85B47C3F9B1}" presName="hierChild4" presStyleCnt="0"/>
      <dgm:spPr/>
    </dgm:pt>
    <dgm:pt modelId="{0C8B058E-E469-45CC-99A1-D78C3D3F8A02}" type="pres">
      <dgm:prSet presAssocID="{5890229C-F837-4216-82FC-E85B47C3F9B1}" presName="hierChild5" presStyleCnt="0"/>
      <dgm:spPr/>
    </dgm:pt>
    <dgm:pt modelId="{C45B2C22-BD4F-4C9B-AD32-75ED736A1E6F}" type="pres">
      <dgm:prSet presAssocID="{A4B6B34B-C1D5-415C-ADB4-6C1ADDA8032D}" presName="Name64" presStyleLbl="parChTrans1D2" presStyleIdx="1" presStyleCnt="3"/>
      <dgm:spPr/>
    </dgm:pt>
    <dgm:pt modelId="{1D7B8DB8-393A-4D36-916E-026D9B525BC3}" type="pres">
      <dgm:prSet presAssocID="{4DCC8F9D-9B34-422D-A889-8D9C054C2106}" presName="hierRoot2" presStyleCnt="0">
        <dgm:presLayoutVars>
          <dgm:hierBranch val="init"/>
        </dgm:presLayoutVars>
      </dgm:prSet>
      <dgm:spPr/>
    </dgm:pt>
    <dgm:pt modelId="{0B96509F-F97A-4C53-B47F-13E769EE47D3}" type="pres">
      <dgm:prSet presAssocID="{4DCC8F9D-9B34-422D-A889-8D9C054C2106}" presName="rootComposite" presStyleCnt="0"/>
      <dgm:spPr/>
    </dgm:pt>
    <dgm:pt modelId="{0C1B5922-6A58-42E8-B210-6D7E5BCB7ED2}" type="pres">
      <dgm:prSet presAssocID="{4DCC8F9D-9B34-422D-A889-8D9C054C2106}" presName="rootText" presStyleLbl="node2" presStyleIdx="1" presStyleCnt="3">
        <dgm:presLayoutVars>
          <dgm:chPref val="3"/>
        </dgm:presLayoutVars>
      </dgm:prSet>
      <dgm:spPr/>
    </dgm:pt>
    <dgm:pt modelId="{CB48548B-FA2F-4543-B298-06F98461D3FF}" type="pres">
      <dgm:prSet presAssocID="{4DCC8F9D-9B34-422D-A889-8D9C054C2106}" presName="rootConnector" presStyleLbl="node2" presStyleIdx="1" presStyleCnt="3"/>
      <dgm:spPr/>
    </dgm:pt>
    <dgm:pt modelId="{DFCB81CE-587C-4321-BBE4-DF7413EADD21}" type="pres">
      <dgm:prSet presAssocID="{4DCC8F9D-9B34-422D-A889-8D9C054C2106}" presName="hierChild4" presStyleCnt="0"/>
      <dgm:spPr/>
    </dgm:pt>
    <dgm:pt modelId="{9ED6DC5B-19A3-4A5E-B7F4-D51A0BCE30F9}" type="pres">
      <dgm:prSet presAssocID="{4DCC8F9D-9B34-422D-A889-8D9C054C2106}" presName="hierChild5" presStyleCnt="0"/>
      <dgm:spPr/>
    </dgm:pt>
    <dgm:pt modelId="{2A6C88D2-02C5-4E92-AFCD-0E9E4CF37C7D}" type="pres">
      <dgm:prSet presAssocID="{0417D955-E9A5-4926-AAD1-DFAA44D0B959}" presName="Name64" presStyleLbl="parChTrans1D2" presStyleIdx="2" presStyleCnt="3"/>
      <dgm:spPr/>
    </dgm:pt>
    <dgm:pt modelId="{34ACD8A7-82F9-4C32-931B-5CC9DEB7F33C}" type="pres">
      <dgm:prSet presAssocID="{1CA71902-1668-4431-8167-0C1777000F89}" presName="hierRoot2" presStyleCnt="0">
        <dgm:presLayoutVars>
          <dgm:hierBranch val="init"/>
        </dgm:presLayoutVars>
      </dgm:prSet>
      <dgm:spPr/>
    </dgm:pt>
    <dgm:pt modelId="{6052437E-B2AF-4332-8C09-37F158237881}" type="pres">
      <dgm:prSet presAssocID="{1CA71902-1668-4431-8167-0C1777000F89}" presName="rootComposite" presStyleCnt="0"/>
      <dgm:spPr/>
    </dgm:pt>
    <dgm:pt modelId="{664479BF-2055-412D-8AAD-C7CB6A390F68}" type="pres">
      <dgm:prSet presAssocID="{1CA71902-1668-4431-8167-0C1777000F89}" presName="rootText" presStyleLbl="node2" presStyleIdx="2" presStyleCnt="3">
        <dgm:presLayoutVars>
          <dgm:chPref val="3"/>
        </dgm:presLayoutVars>
      </dgm:prSet>
      <dgm:spPr/>
    </dgm:pt>
    <dgm:pt modelId="{AE786BFC-2F1F-4212-A396-F877324D697E}" type="pres">
      <dgm:prSet presAssocID="{1CA71902-1668-4431-8167-0C1777000F89}" presName="rootConnector" presStyleLbl="node2" presStyleIdx="2" presStyleCnt="3"/>
      <dgm:spPr/>
    </dgm:pt>
    <dgm:pt modelId="{E21A5A08-C4C7-4990-868D-8717F25F8AF8}" type="pres">
      <dgm:prSet presAssocID="{1CA71902-1668-4431-8167-0C1777000F89}" presName="hierChild4" presStyleCnt="0"/>
      <dgm:spPr/>
    </dgm:pt>
    <dgm:pt modelId="{31A8EE97-DD37-469C-8E76-36EDC84BE2DF}" type="pres">
      <dgm:prSet presAssocID="{1CA71902-1668-4431-8167-0C1777000F89}" presName="hierChild5" presStyleCnt="0"/>
      <dgm:spPr/>
    </dgm:pt>
    <dgm:pt modelId="{1CAAA0C5-A846-4B94-AE9A-C6C88AC32681}" type="pres">
      <dgm:prSet presAssocID="{21182964-AC4B-4965-9460-0ABD5E2C7FD6}" presName="hierChild3" presStyleCnt="0"/>
      <dgm:spPr/>
    </dgm:pt>
  </dgm:ptLst>
  <dgm:cxnLst>
    <dgm:cxn modelId="{140C7701-2014-4F2F-BD7C-9FBAB89E2BC0}" srcId="{21182964-AC4B-4965-9460-0ABD5E2C7FD6}" destId="{5890229C-F837-4216-82FC-E85B47C3F9B1}" srcOrd="0" destOrd="0" parTransId="{31AAE615-1E58-4317-B3EB-B0B04930462F}" sibTransId="{00623DB3-F88D-4926-B410-49099629F7D8}"/>
    <dgm:cxn modelId="{886CD107-F9BC-4499-AFCC-778F616CB435}" type="presOf" srcId="{21182964-AC4B-4965-9460-0ABD5E2C7FD6}" destId="{C4C36D3F-91DD-4712-82BA-A878C9F57689}" srcOrd="1" destOrd="0" presId="urn:microsoft.com/office/officeart/2009/3/layout/HorizontalOrganizationChart"/>
    <dgm:cxn modelId="{7395E60B-8CC7-4914-9F3C-25023291AC2C}" type="presOf" srcId="{1CA71902-1668-4431-8167-0C1777000F89}" destId="{AE786BFC-2F1F-4212-A396-F877324D697E}" srcOrd="1" destOrd="0" presId="urn:microsoft.com/office/officeart/2009/3/layout/HorizontalOrganizationChart"/>
    <dgm:cxn modelId="{1E9E7915-7226-4A1C-ACFC-059BECB2889D}" type="presOf" srcId="{31AAE615-1E58-4317-B3EB-B0B04930462F}" destId="{8AFED94C-60B0-4BC4-A123-A83CD996126A}" srcOrd="0" destOrd="0" presId="urn:microsoft.com/office/officeart/2009/3/layout/HorizontalOrganizationChart"/>
    <dgm:cxn modelId="{1E457F35-44D1-4E29-A1E5-5339869ABE9D}" type="presOf" srcId="{4B81113A-D585-4322-941B-19BB32F8FE9A}" destId="{A97599A8-0CB0-406D-B9F7-ADF18027EA39}" srcOrd="0" destOrd="0" presId="urn:microsoft.com/office/officeart/2009/3/layout/HorizontalOrganizationChart"/>
    <dgm:cxn modelId="{13CBAF38-58CB-4BDE-A03A-9467ACF42816}" type="presOf" srcId="{4DCC8F9D-9B34-422D-A889-8D9C054C2106}" destId="{0C1B5922-6A58-42E8-B210-6D7E5BCB7ED2}" srcOrd="0" destOrd="0" presId="urn:microsoft.com/office/officeart/2009/3/layout/HorizontalOrganizationChart"/>
    <dgm:cxn modelId="{F5B9483F-7841-41FB-ABFE-5F63FD2ECC1C}" type="presOf" srcId="{21182964-AC4B-4965-9460-0ABD5E2C7FD6}" destId="{BA11F177-AA37-4645-B6F5-8A2BCF5E9FD3}" srcOrd="0" destOrd="0" presId="urn:microsoft.com/office/officeart/2009/3/layout/HorizontalOrganizationChart"/>
    <dgm:cxn modelId="{32CD195E-64A5-4EAC-8693-507FC5A1577D}" type="presOf" srcId="{1CA71902-1668-4431-8167-0C1777000F89}" destId="{664479BF-2055-412D-8AAD-C7CB6A390F68}" srcOrd="0" destOrd="0" presId="urn:microsoft.com/office/officeart/2009/3/layout/HorizontalOrganizationChart"/>
    <dgm:cxn modelId="{DB72294C-9C10-49F4-AA77-8791F6F1CF99}" srcId="{21182964-AC4B-4965-9460-0ABD5E2C7FD6}" destId="{4DCC8F9D-9B34-422D-A889-8D9C054C2106}" srcOrd="1" destOrd="0" parTransId="{A4B6B34B-C1D5-415C-ADB4-6C1ADDA8032D}" sibTransId="{BDA03F10-E097-4A1A-81DC-C7A8AE8679D4}"/>
    <dgm:cxn modelId="{17CF716E-F90F-4C66-BE5D-C8E5D50C546C}" type="presOf" srcId="{4DCC8F9D-9B34-422D-A889-8D9C054C2106}" destId="{CB48548B-FA2F-4543-B298-06F98461D3FF}" srcOrd="1" destOrd="0" presId="urn:microsoft.com/office/officeart/2009/3/layout/HorizontalOrganizationChart"/>
    <dgm:cxn modelId="{3EB57756-CE61-4A18-B4AD-07F007844538}" srcId="{21182964-AC4B-4965-9460-0ABD5E2C7FD6}" destId="{1CA71902-1668-4431-8167-0C1777000F89}" srcOrd="2" destOrd="0" parTransId="{0417D955-E9A5-4926-AAD1-DFAA44D0B959}" sibTransId="{77730E32-F69E-47C5-A5C1-2BE800C1783E}"/>
    <dgm:cxn modelId="{0C5D888B-93E9-4438-B7E4-70242A545B5A}" type="presOf" srcId="{A4B6B34B-C1D5-415C-ADB4-6C1ADDA8032D}" destId="{C45B2C22-BD4F-4C9B-AD32-75ED736A1E6F}" srcOrd="0" destOrd="0" presId="urn:microsoft.com/office/officeart/2009/3/layout/HorizontalOrganizationChart"/>
    <dgm:cxn modelId="{8C696595-479B-4357-B37B-4BD3B7021121}" type="presOf" srcId="{5890229C-F837-4216-82FC-E85B47C3F9B1}" destId="{2C453CAC-2AE8-4F64-A808-4D501B21EE51}" srcOrd="1" destOrd="0" presId="urn:microsoft.com/office/officeart/2009/3/layout/HorizontalOrganizationChart"/>
    <dgm:cxn modelId="{53BFE89D-AE0D-4B4E-A4DE-EBF28B6A95F2}" srcId="{4B81113A-D585-4322-941B-19BB32F8FE9A}" destId="{21182964-AC4B-4965-9460-0ABD5E2C7FD6}" srcOrd="0" destOrd="0" parTransId="{46D18C8A-DF65-4E7A-B8B0-51D5CA1E7F10}" sibTransId="{28459E69-38B4-4E08-9C55-F23939552A77}"/>
    <dgm:cxn modelId="{C4182CCC-9EA0-48D5-9AF1-DD03357ACFEB}" type="presOf" srcId="{0417D955-E9A5-4926-AAD1-DFAA44D0B959}" destId="{2A6C88D2-02C5-4E92-AFCD-0E9E4CF37C7D}" srcOrd="0" destOrd="0" presId="urn:microsoft.com/office/officeart/2009/3/layout/HorizontalOrganizationChart"/>
    <dgm:cxn modelId="{CBB77BE1-3CDA-4B53-8424-81FC70241801}" type="presOf" srcId="{5890229C-F837-4216-82FC-E85B47C3F9B1}" destId="{6D0ABC10-6872-4B08-8E51-C96D83160326}" srcOrd="0" destOrd="0" presId="urn:microsoft.com/office/officeart/2009/3/layout/HorizontalOrganizationChart"/>
    <dgm:cxn modelId="{EAECF57D-A500-4DB4-B662-DC13ED091098}" type="presParOf" srcId="{A97599A8-0CB0-406D-B9F7-ADF18027EA39}" destId="{96034E78-51D8-477E-AD9B-5B3E09885199}" srcOrd="0" destOrd="0" presId="urn:microsoft.com/office/officeart/2009/3/layout/HorizontalOrganizationChart"/>
    <dgm:cxn modelId="{DAE20D38-30AF-401B-8E49-28428CB8DB8B}" type="presParOf" srcId="{96034E78-51D8-477E-AD9B-5B3E09885199}" destId="{4D2910D9-D149-4567-BFC4-A3BEAB261369}" srcOrd="0" destOrd="0" presId="urn:microsoft.com/office/officeart/2009/3/layout/HorizontalOrganizationChart"/>
    <dgm:cxn modelId="{CB5FD0C7-D4A3-4B4A-8B19-4EBACF782230}" type="presParOf" srcId="{4D2910D9-D149-4567-BFC4-A3BEAB261369}" destId="{BA11F177-AA37-4645-B6F5-8A2BCF5E9FD3}" srcOrd="0" destOrd="0" presId="urn:microsoft.com/office/officeart/2009/3/layout/HorizontalOrganizationChart"/>
    <dgm:cxn modelId="{A62F59A1-E387-4F96-9499-02ECBC1A26D8}" type="presParOf" srcId="{4D2910D9-D149-4567-BFC4-A3BEAB261369}" destId="{C4C36D3F-91DD-4712-82BA-A878C9F57689}" srcOrd="1" destOrd="0" presId="urn:microsoft.com/office/officeart/2009/3/layout/HorizontalOrganizationChart"/>
    <dgm:cxn modelId="{93BC60DB-AC87-4E51-9898-F933524C79BE}" type="presParOf" srcId="{96034E78-51D8-477E-AD9B-5B3E09885199}" destId="{17F3CD36-A3FB-4464-96C8-00AC34CB288C}" srcOrd="1" destOrd="0" presId="urn:microsoft.com/office/officeart/2009/3/layout/HorizontalOrganizationChart"/>
    <dgm:cxn modelId="{20F41900-5449-46CC-B0FF-37D8907552F2}" type="presParOf" srcId="{17F3CD36-A3FB-4464-96C8-00AC34CB288C}" destId="{8AFED94C-60B0-4BC4-A123-A83CD996126A}" srcOrd="0" destOrd="0" presId="urn:microsoft.com/office/officeart/2009/3/layout/HorizontalOrganizationChart"/>
    <dgm:cxn modelId="{E15F8B1D-43B7-459B-80EA-C221C3C56E2D}" type="presParOf" srcId="{17F3CD36-A3FB-4464-96C8-00AC34CB288C}" destId="{D2CAF902-7628-4C98-A8B6-DB83554CD20A}" srcOrd="1" destOrd="0" presId="urn:microsoft.com/office/officeart/2009/3/layout/HorizontalOrganizationChart"/>
    <dgm:cxn modelId="{1932B5DF-11CC-4F56-83CA-582B0B68BA73}" type="presParOf" srcId="{D2CAF902-7628-4C98-A8B6-DB83554CD20A}" destId="{2E1FB099-2710-482B-97F7-D946D4448EFB}" srcOrd="0" destOrd="0" presId="urn:microsoft.com/office/officeart/2009/3/layout/HorizontalOrganizationChart"/>
    <dgm:cxn modelId="{C5478F18-B2CA-455C-8BA2-28021D016114}" type="presParOf" srcId="{2E1FB099-2710-482B-97F7-D946D4448EFB}" destId="{6D0ABC10-6872-4B08-8E51-C96D83160326}" srcOrd="0" destOrd="0" presId="urn:microsoft.com/office/officeart/2009/3/layout/HorizontalOrganizationChart"/>
    <dgm:cxn modelId="{2B132F8B-B4E2-41F7-829D-132F252F5584}" type="presParOf" srcId="{2E1FB099-2710-482B-97F7-D946D4448EFB}" destId="{2C453CAC-2AE8-4F64-A808-4D501B21EE51}" srcOrd="1" destOrd="0" presId="urn:microsoft.com/office/officeart/2009/3/layout/HorizontalOrganizationChart"/>
    <dgm:cxn modelId="{F30A5620-884C-4B4E-8DDA-2E98F82ACAAA}" type="presParOf" srcId="{D2CAF902-7628-4C98-A8B6-DB83554CD20A}" destId="{7E221941-1956-4AFB-9654-15B933837411}" srcOrd="1" destOrd="0" presId="urn:microsoft.com/office/officeart/2009/3/layout/HorizontalOrganizationChart"/>
    <dgm:cxn modelId="{1745F296-868F-4682-8676-4CBA1A0995EC}" type="presParOf" srcId="{D2CAF902-7628-4C98-A8B6-DB83554CD20A}" destId="{0C8B058E-E469-45CC-99A1-D78C3D3F8A02}" srcOrd="2" destOrd="0" presId="urn:microsoft.com/office/officeart/2009/3/layout/HorizontalOrganizationChart"/>
    <dgm:cxn modelId="{423B9769-B582-464F-BCEA-954E9914A31E}" type="presParOf" srcId="{17F3CD36-A3FB-4464-96C8-00AC34CB288C}" destId="{C45B2C22-BD4F-4C9B-AD32-75ED736A1E6F}" srcOrd="2" destOrd="0" presId="urn:microsoft.com/office/officeart/2009/3/layout/HorizontalOrganizationChart"/>
    <dgm:cxn modelId="{2162464E-A36A-4139-8A96-1EE368519471}" type="presParOf" srcId="{17F3CD36-A3FB-4464-96C8-00AC34CB288C}" destId="{1D7B8DB8-393A-4D36-916E-026D9B525BC3}" srcOrd="3" destOrd="0" presId="urn:microsoft.com/office/officeart/2009/3/layout/HorizontalOrganizationChart"/>
    <dgm:cxn modelId="{8C08AB17-1E48-4AD6-A9B7-FC8D4EF306F1}" type="presParOf" srcId="{1D7B8DB8-393A-4D36-916E-026D9B525BC3}" destId="{0B96509F-F97A-4C53-B47F-13E769EE47D3}" srcOrd="0" destOrd="0" presId="urn:microsoft.com/office/officeart/2009/3/layout/HorizontalOrganizationChart"/>
    <dgm:cxn modelId="{6D37ABCB-BD77-4B57-836D-0628D63DE5EA}" type="presParOf" srcId="{0B96509F-F97A-4C53-B47F-13E769EE47D3}" destId="{0C1B5922-6A58-42E8-B210-6D7E5BCB7ED2}" srcOrd="0" destOrd="0" presId="urn:microsoft.com/office/officeart/2009/3/layout/HorizontalOrganizationChart"/>
    <dgm:cxn modelId="{C86884FA-C4E7-4112-916B-A275D69B0CF3}" type="presParOf" srcId="{0B96509F-F97A-4C53-B47F-13E769EE47D3}" destId="{CB48548B-FA2F-4543-B298-06F98461D3FF}" srcOrd="1" destOrd="0" presId="urn:microsoft.com/office/officeart/2009/3/layout/HorizontalOrganizationChart"/>
    <dgm:cxn modelId="{F7B7DF4F-0EB8-440C-9D78-4AC57A9C09CF}" type="presParOf" srcId="{1D7B8DB8-393A-4D36-916E-026D9B525BC3}" destId="{DFCB81CE-587C-4321-BBE4-DF7413EADD21}" srcOrd="1" destOrd="0" presId="urn:microsoft.com/office/officeart/2009/3/layout/HorizontalOrganizationChart"/>
    <dgm:cxn modelId="{C73A51B9-E1C6-4D8A-B61E-27FD80C89D50}" type="presParOf" srcId="{1D7B8DB8-393A-4D36-916E-026D9B525BC3}" destId="{9ED6DC5B-19A3-4A5E-B7F4-D51A0BCE30F9}" srcOrd="2" destOrd="0" presId="urn:microsoft.com/office/officeart/2009/3/layout/HorizontalOrganizationChart"/>
    <dgm:cxn modelId="{24AE27A0-E308-4908-AF58-D143C8F5D658}" type="presParOf" srcId="{17F3CD36-A3FB-4464-96C8-00AC34CB288C}" destId="{2A6C88D2-02C5-4E92-AFCD-0E9E4CF37C7D}" srcOrd="4" destOrd="0" presId="urn:microsoft.com/office/officeart/2009/3/layout/HorizontalOrganizationChart"/>
    <dgm:cxn modelId="{42992E19-D83B-4A52-A45C-998810E8AF49}" type="presParOf" srcId="{17F3CD36-A3FB-4464-96C8-00AC34CB288C}" destId="{34ACD8A7-82F9-4C32-931B-5CC9DEB7F33C}" srcOrd="5" destOrd="0" presId="urn:microsoft.com/office/officeart/2009/3/layout/HorizontalOrganizationChart"/>
    <dgm:cxn modelId="{645138E2-5E00-4D65-BE1F-FD12CB8E8BD0}" type="presParOf" srcId="{34ACD8A7-82F9-4C32-931B-5CC9DEB7F33C}" destId="{6052437E-B2AF-4332-8C09-37F158237881}" srcOrd="0" destOrd="0" presId="urn:microsoft.com/office/officeart/2009/3/layout/HorizontalOrganizationChart"/>
    <dgm:cxn modelId="{8D682A36-1A2F-484F-BB3B-EF97B10280F8}" type="presParOf" srcId="{6052437E-B2AF-4332-8C09-37F158237881}" destId="{664479BF-2055-412D-8AAD-C7CB6A390F68}" srcOrd="0" destOrd="0" presId="urn:microsoft.com/office/officeart/2009/3/layout/HorizontalOrganizationChart"/>
    <dgm:cxn modelId="{B225A359-24F1-4AFB-B711-CA48CF6DBB06}" type="presParOf" srcId="{6052437E-B2AF-4332-8C09-37F158237881}" destId="{AE786BFC-2F1F-4212-A396-F877324D697E}" srcOrd="1" destOrd="0" presId="urn:microsoft.com/office/officeart/2009/3/layout/HorizontalOrganizationChart"/>
    <dgm:cxn modelId="{28DF1A83-E5C1-4F7F-93E0-4ACD5A8AF249}" type="presParOf" srcId="{34ACD8A7-82F9-4C32-931B-5CC9DEB7F33C}" destId="{E21A5A08-C4C7-4990-868D-8717F25F8AF8}" srcOrd="1" destOrd="0" presId="urn:microsoft.com/office/officeart/2009/3/layout/HorizontalOrganizationChart"/>
    <dgm:cxn modelId="{81DD74A9-43CB-4B95-8C72-10240A83EFA4}" type="presParOf" srcId="{34ACD8A7-82F9-4C32-931B-5CC9DEB7F33C}" destId="{31A8EE97-DD37-469C-8E76-36EDC84BE2DF}" srcOrd="2" destOrd="0" presId="urn:microsoft.com/office/officeart/2009/3/layout/HorizontalOrganizationChart"/>
    <dgm:cxn modelId="{3004106D-C51D-480A-AE72-8C8780DFE7A7}" type="presParOf" srcId="{96034E78-51D8-477E-AD9B-5B3E09885199}" destId="{1CAAA0C5-A846-4B94-AE9A-C6C88AC32681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9494186-0CE5-4F10-BED8-26F8977E58BA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AC03F94-BEC4-455D-9CA1-1A9C8926CA1C}">
      <dgm:prSet/>
      <dgm:spPr>
        <a:solidFill>
          <a:srgbClr val="0E2841"/>
        </a:solidFill>
      </dgm:spPr>
      <dgm:t>
        <a:bodyPr/>
        <a:lstStyle/>
        <a:p>
          <a:r>
            <a:rPr lang="en-US"/>
            <a:t>Single – A class inherits from one parent class</a:t>
          </a:r>
        </a:p>
      </dgm:t>
    </dgm:pt>
    <dgm:pt modelId="{B877AAFB-BCB3-4A6C-BA0A-347613CF8B69}" type="parTrans" cxnId="{C23F7B0D-510C-4E76-BC53-AEBB13A492B4}">
      <dgm:prSet/>
      <dgm:spPr/>
      <dgm:t>
        <a:bodyPr/>
        <a:lstStyle/>
        <a:p>
          <a:endParaRPr lang="en-US"/>
        </a:p>
      </dgm:t>
    </dgm:pt>
    <dgm:pt modelId="{B93415E3-AD88-4EF8-B863-E86CE3D850EC}" type="sibTrans" cxnId="{C23F7B0D-510C-4E76-BC53-AEBB13A492B4}">
      <dgm:prSet/>
      <dgm:spPr/>
      <dgm:t>
        <a:bodyPr/>
        <a:lstStyle/>
        <a:p>
          <a:endParaRPr lang="en-US"/>
        </a:p>
      </dgm:t>
    </dgm:pt>
    <dgm:pt modelId="{F3DF3DC3-6E32-4625-95F9-DD9A7A57F8E8}">
      <dgm:prSet/>
      <dgm:spPr/>
      <dgm:t>
        <a:bodyPr/>
        <a:lstStyle/>
        <a:p>
          <a:r>
            <a:rPr lang="en-US" dirty="0"/>
            <a:t>Multilevel – A class inherits from a parent class, which itself inherits from another class</a:t>
          </a:r>
        </a:p>
      </dgm:t>
    </dgm:pt>
    <dgm:pt modelId="{7644AE00-734C-4559-AE06-8C8AF7A3F170}" type="parTrans" cxnId="{50B6A5B3-BCDC-4D48-AEE7-66CF9E7E07D7}">
      <dgm:prSet/>
      <dgm:spPr/>
      <dgm:t>
        <a:bodyPr/>
        <a:lstStyle/>
        <a:p>
          <a:endParaRPr lang="en-US"/>
        </a:p>
      </dgm:t>
    </dgm:pt>
    <dgm:pt modelId="{033868D5-DFA3-45E8-A9F4-04B1A802A5BF}" type="sibTrans" cxnId="{50B6A5B3-BCDC-4D48-AEE7-66CF9E7E07D7}">
      <dgm:prSet/>
      <dgm:spPr/>
      <dgm:t>
        <a:bodyPr/>
        <a:lstStyle/>
        <a:p>
          <a:endParaRPr lang="en-US"/>
        </a:p>
      </dgm:t>
    </dgm:pt>
    <dgm:pt modelId="{8C2C7648-0494-4DDA-8F90-15570C519891}">
      <dgm:prSet/>
      <dgm:spPr/>
      <dgm:t>
        <a:bodyPr/>
        <a:lstStyle/>
        <a:p>
          <a:r>
            <a:rPr lang="en-US"/>
            <a:t>Hierarchical – Multiple classes inherit from the same parent class</a:t>
          </a:r>
        </a:p>
      </dgm:t>
    </dgm:pt>
    <dgm:pt modelId="{D2255542-F438-46E3-BE84-64770759E233}" type="parTrans" cxnId="{50B66645-8EC7-4A6B-9924-D465EFDD0E96}">
      <dgm:prSet/>
      <dgm:spPr/>
      <dgm:t>
        <a:bodyPr/>
        <a:lstStyle/>
        <a:p>
          <a:endParaRPr lang="en-US"/>
        </a:p>
      </dgm:t>
    </dgm:pt>
    <dgm:pt modelId="{317D635F-C998-4B36-BBB9-7F940603C1ED}" type="sibTrans" cxnId="{50B66645-8EC7-4A6B-9924-D465EFDD0E96}">
      <dgm:prSet/>
      <dgm:spPr/>
      <dgm:t>
        <a:bodyPr/>
        <a:lstStyle/>
        <a:p>
          <a:endParaRPr lang="en-US"/>
        </a:p>
      </dgm:t>
    </dgm:pt>
    <dgm:pt modelId="{E33AB736-B89E-4ADC-B1C6-C2F7F329B102}">
      <dgm:prSet/>
      <dgm:spPr/>
      <dgm:t>
        <a:bodyPr/>
        <a:lstStyle/>
        <a:p>
          <a:r>
            <a:rPr lang="en-US"/>
            <a:t>Multiple - A class inherits from more than one parent class</a:t>
          </a:r>
        </a:p>
      </dgm:t>
    </dgm:pt>
    <dgm:pt modelId="{C001DC58-293C-43AE-B513-D9D83FCDD875}" type="parTrans" cxnId="{74A7205B-55A4-4B18-A448-DC69DCB76341}">
      <dgm:prSet/>
      <dgm:spPr/>
      <dgm:t>
        <a:bodyPr/>
        <a:lstStyle/>
        <a:p>
          <a:endParaRPr lang="en-US"/>
        </a:p>
      </dgm:t>
    </dgm:pt>
    <dgm:pt modelId="{04BBFEAA-0D72-445B-8138-5768957B250C}" type="sibTrans" cxnId="{74A7205B-55A4-4B18-A448-DC69DCB76341}">
      <dgm:prSet/>
      <dgm:spPr/>
      <dgm:t>
        <a:bodyPr/>
        <a:lstStyle/>
        <a:p>
          <a:endParaRPr lang="en-US"/>
        </a:p>
      </dgm:t>
    </dgm:pt>
    <dgm:pt modelId="{E63E0FF1-F2B8-4210-BEE9-CEA972B01D9F}">
      <dgm:prSet/>
      <dgm:spPr/>
      <dgm:t>
        <a:bodyPr/>
        <a:lstStyle/>
        <a:p>
          <a:r>
            <a:rPr lang="en-US"/>
            <a:t>Hybrid - A combination of two or more types of inheritance</a:t>
          </a:r>
        </a:p>
      </dgm:t>
    </dgm:pt>
    <dgm:pt modelId="{193E0986-EEBB-4D3A-AE9D-B24E4547B3A4}" type="parTrans" cxnId="{EA9D7343-1CD0-4655-93B7-9A970B8B5433}">
      <dgm:prSet/>
      <dgm:spPr/>
      <dgm:t>
        <a:bodyPr/>
        <a:lstStyle/>
        <a:p>
          <a:endParaRPr lang="en-US"/>
        </a:p>
      </dgm:t>
    </dgm:pt>
    <dgm:pt modelId="{463C8CF1-2B29-4B81-8B46-CDD5C4C25680}" type="sibTrans" cxnId="{EA9D7343-1CD0-4655-93B7-9A970B8B5433}">
      <dgm:prSet/>
      <dgm:spPr/>
      <dgm:t>
        <a:bodyPr/>
        <a:lstStyle/>
        <a:p>
          <a:endParaRPr lang="en-US"/>
        </a:p>
      </dgm:t>
    </dgm:pt>
    <dgm:pt modelId="{A669066A-2C33-480B-A5EE-AA51C35524E0}" type="pres">
      <dgm:prSet presAssocID="{B9494186-0CE5-4F10-BED8-26F8977E58BA}" presName="linear" presStyleCnt="0">
        <dgm:presLayoutVars>
          <dgm:animLvl val="lvl"/>
          <dgm:resizeHandles val="exact"/>
        </dgm:presLayoutVars>
      </dgm:prSet>
      <dgm:spPr/>
    </dgm:pt>
    <dgm:pt modelId="{04DF8D13-E30D-47D2-8AFC-DDB49F3A85C6}" type="pres">
      <dgm:prSet presAssocID="{7AC03F94-BEC4-455D-9CA1-1A9C8926CA1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A3460E0-24B1-485C-B49C-9B1CFA7B6C45}" type="pres">
      <dgm:prSet presAssocID="{B93415E3-AD88-4EF8-B863-E86CE3D850EC}" presName="spacer" presStyleCnt="0"/>
      <dgm:spPr/>
    </dgm:pt>
    <dgm:pt modelId="{9FFCC82F-014B-4477-8B29-A25A1D97A52F}" type="pres">
      <dgm:prSet presAssocID="{F3DF3DC3-6E32-4625-95F9-DD9A7A57F8E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BED2A74-475F-461D-B20B-A2DB9F137A81}" type="pres">
      <dgm:prSet presAssocID="{033868D5-DFA3-45E8-A9F4-04B1A802A5BF}" presName="spacer" presStyleCnt="0"/>
      <dgm:spPr/>
    </dgm:pt>
    <dgm:pt modelId="{8EFF7601-019D-45A0-86FD-77F431F648B9}" type="pres">
      <dgm:prSet presAssocID="{8C2C7648-0494-4DDA-8F90-15570C51989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5FD4B02-A192-4BD7-BD18-3983DBE401ED}" type="pres">
      <dgm:prSet presAssocID="{317D635F-C998-4B36-BBB9-7F940603C1ED}" presName="spacer" presStyleCnt="0"/>
      <dgm:spPr/>
    </dgm:pt>
    <dgm:pt modelId="{BDD99A1D-B731-4F04-9D1C-BE57867DD161}" type="pres">
      <dgm:prSet presAssocID="{E33AB736-B89E-4ADC-B1C6-C2F7F329B10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AA7F928-4F5B-4E01-97F9-854EEE9A76A5}" type="pres">
      <dgm:prSet presAssocID="{04BBFEAA-0D72-445B-8138-5768957B250C}" presName="spacer" presStyleCnt="0"/>
      <dgm:spPr/>
    </dgm:pt>
    <dgm:pt modelId="{0106F006-2603-4647-9784-3559D96B7293}" type="pres">
      <dgm:prSet presAssocID="{E63E0FF1-F2B8-4210-BEE9-CEA972B01D9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23F7B0D-510C-4E76-BC53-AEBB13A492B4}" srcId="{B9494186-0CE5-4F10-BED8-26F8977E58BA}" destId="{7AC03F94-BEC4-455D-9CA1-1A9C8926CA1C}" srcOrd="0" destOrd="0" parTransId="{B877AAFB-BCB3-4A6C-BA0A-347613CF8B69}" sibTransId="{B93415E3-AD88-4EF8-B863-E86CE3D850EC}"/>
    <dgm:cxn modelId="{AB9EB114-ECB1-4B2F-B23D-9F18CBAAB6B5}" type="presOf" srcId="{7AC03F94-BEC4-455D-9CA1-1A9C8926CA1C}" destId="{04DF8D13-E30D-47D2-8AFC-DDB49F3A85C6}" srcOrd="0" destOrd="0" presId="urn:microsoft.com/office/officeart/2005/8/layout/vList2"/>
    <dgm:cxn modelId="{1C2AD318-245A-4EB9-AE3B-126C3AF562B0}" type="presOf" srcId="{B9494186-0CE5-4F10-BED8-26F8977E58BA}" destId="{A669066A-2C33-480B-A5EE-AA51C35524E0}" srcOrd="0" destOrd="0" presId="urn:microsoft.com/office/officeart/2005/8/layout/vList2"/>
    <dgm:cxn modelId="{321A8E33-FAE7-4DC3-A859-684A4BEE787A}" type="presOf" srcId="{F3DF3DC3-6E32-4625-95F9-DD9A7A57F8E8}" destId="{9FFCC82F-014B-4477-8B29-A25A1D97A52F}" srcOrd="0" destOrd="0" presId="urn:microsoft.com/office/officeart/2005/8/layout/vList2"/>
    <dgm:cxn modelId="{74A7205B-55A4-4B18-A448-DC69DCB76341}" srcId="{B9494186-0CE5-4F10-BED8-26F8977E58BA}" destId="{E33AB736-B89E-4ADC-B1C6-C2F7F329B102}" srcOrd="3" destOrd="0" parTransId="{C001DC58-293C-43AE-B513-D9D83FCDD875}" sibTransId="{04BBFEAA-0D72-445B-8138-5768957B250C}"/>
    <dgm:cxn modelId="{EA9D7343-1CD0-4655-93B7-9A970B8B5433}" srcId="{B9494186-0CE5-4F10-BED8-26F8977E58BA}" destId="{E63E0FF1-F2B8-4210-BEE9-CEA972B01D9F}" srcOrd="4" destOrd="0" parTransId="{193E0986-EEBB-4D3A-AE9D-B24E4547B3A4}" sibTransId="{463C8CF1-2B29-4B81-8B46-CDD5C4C25680}"/>
    <dgm:cxn modelId="{50B66645-8EC7-4A6B-9924-D465EFDD0E96}" srcId="{B9494186-0CE5-4F10-BED8-26F8977E58BA}" destId="{8C2C7648-0494-4DDA-8F90-15570C519891}" srcOrd="2" destOrd="0" parTransId="{D2255542-F438-46E3-BE84-64770759E233}" sibTransId="{317D635F-C998-4B36-BBB9-7F940603C1ED}"/>
    <dgm:cxn modelId="{5BFEDF8D-7CEA-4781-BA39-244B445E4A53}" type="presOf" srcId="{E63E0FF1-F2B8-4210-BEE9-CEA972B01D9F}" destId="{0106F006-2603-4647-9784-3559D96B7293}" srcOrd="0" destOrd="0" presId="urn:microsoft.com/office/officeart/2005/8/layout/vList2"/>
    <dgm:cxn modelId="{A813C5B2-F93D-420F-91CE-28C5572BCD8C}" type="presOf" srcId="{8C2C7648-0494-4DDA-8F90-15570C519891}" destId="{8EFF7601-019D-45A0-86FD-77F431F648B9}" srcOrd="0" destOrd="0" presId="urn:microsoft.com/office/officeart/2005/8/layout/vList2"/>
    <dgm:cxn modelId="{50B6A5B3-BCDC-4D48-AEE7-66CF9E7E07D7}" srcId="{B9494186-0CE5-4F10-BED8-26F8977E58BA}" destId="{F3DF3DC3-6E32-4625-95F9-DD9A7A57F8E8}" srcOrd="1" destOrd="0" parTransId="{7644AE00-734C-4559-AE06-8C8AF7A3F170}" sibTransId="{033868D5-DFA3-45E8-A9F4-04B1A802A5BF}"/>
    <dgm:cxn modelId="{ED6868CD-BB07-4C3E-82B9-2DAB84747D3A}" type="presOf" srcId="{E33AB736-B89E-4ADC-B1C6-C2F7F329B102}" destId="{BDD99A1D-B731-4F04-9D1C-BE57867DD161}" srcOrd="0" destOrd="0" presId="urn:microsoft.com/office/officeart/2005/8/layout/vList2"/>
    <dgm:cxn modelId="{582E64AD-8789-404C-8A3D-C3BBFB532E1C}" type="presParOf" srcId="{A669066A-2C33-480B-A5EE-AA51C35524E0}" destId="{04DF8D13-E30D-47D2-8AFC-DDB49F3A85C6}" srcOrd="0" destOrd="0" presId="urn:microsoft.com/office/officeart/2005/8/layout/vList2"/>
    <dgm:cxn modelId="{62E11CBD-086C-4FC1-8678-8B8B65816297}" type="presParOf" srcId="{A669066A-2C33-480B-A5EE-AA51C35524E0}" destId="{1A3460E0-24B1-485C-B49C-9B1CFA7B6C45}" srcOrd="1" destOrd="0" presId="urn:microsoft.com/office/officeart/2005/8/layout/vList2"/>
    <dgm:cxn modelId="{B60139EC-58EA-418C-885F-D94AAFEF7F79}" type="presParOf" srcId="{A669066A-2C33-480B-A5EE-AA51C35524E0}" destId="{9FFCC82F-014B-4477-8B29-A25A1D97A52F}" srcOrd="2" destOrd="0" presId="urn:microsoft.com/office/officeart/2005/8/layout/vList2"/>
    <dgm:cxn modelId="{65E52CB3-BD4B-49BE-A0A9-CEF7459DF46E}" type="presParOf" srcId="{A669066A-2C33-480B-A5EE-AA51C35524E0}" destId="{2BED2A74-475F-461D-B20B-A2DB9F137A81}" srcOrd="3" destOrd="0" presId="urn:microsoft.com/office/officeart/2005/8/layout/vList2"/>
    <dgm:cxn modelId="{12493AED-216C-4676-B660-B38D1BBAEF39}" type="presParOf" srcId="{A669066A-2C33-480B-A5EE-AA51C35524E0}" destId="{8EFF7601-019D-45A0-86FD-77F431F648B9}" srcOrd="4" destOrd="0" presId="urn:microsoft.com/office/officeart/2005/8/layout/vList2"/>
    <dgm:cxn modelId="{14F08B34-769B-4C15-90E1-8D64944A3648}" type="presParOf" srcId="{A669066A-2C33-480B-A5EE-AA51C35524E0}" destId="{55FD4B02-A192-4BD7-BD18-3983DBE401ED}" srcOrd="5" destOrd="0" presId="urn:microsoft.com/office/officeart/2005/8/layout/vList2"/>
    <dgm:cxn modelId="{67225302-2C50-43E7-884B-02668059478B}" type="presParOf" srcId="{A669066A-2C33-480B-A5EE-AA51C35524E0}" destId="{BDD99A1D-B731-4F04-9D1C-BE57867DD161}" srcOrd="6" destOrd="0" presId="urn:microsoft.com/office/officeart/2005/8/layout/vList2"/>
    <dgm:cxn modelId="{A6BFA2B6-4B92-4B38-BFFD-15D881A7C64C}" type="presParOf" srcId="{A669066A-2C33-480B-A5EE-AA51C35524E0}" destId="{0AA7F928-4F5B-4E01-97F9-854EEE9A76A5}" srcOrd="7" destOrd="0" presId="urn:microsoft.com/office/officeart/2005/8/layout/vList2"/>
    <dgm:cxn modelId="{043250CC-1139-4A25-B2C0-8B3370105CB9}" type="presParOf" srcId="{A669066A-2C33-480B-A5EE-AA51C35524E0}" destId="{0106F006-2603-4647-9784-3559D96B729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FFD72CA-D555-49F8-9232-8DC2A9BAE036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C6BE278-5AFF-48D3-95CC-481208869C9B}">
      <dgm:prSet/>
      <dgm:spPr/>
      <dgm:t>
        <a:bodyPr/>
        <a:lstStyle/>
        <a:p>
          <a:r>
            <a:rPr lang="en-US"/>
            <a:t>Inheritance of State</a:t>
          </a:r>
        </a:p>
      </dgm:t>
    </dgm:pt>
    <dgm:pt modelId="{5FA73175-1F48-44AF-82BE-ECA611978E11}" type="parTrans" cxnId="{5A73E7C2-2601-4B0A-AA9D-EECA3040238F}">
      <dgm:prSet/>
      <dgm:spPr/>
      <dgm:t>
        <a:bodyPr/>
        <a:lstStyle/>
        <a:p>
          <a:endParaRPr lang="en-US"/>
        </a:p>
      </dgm:t>
    </dgm:pt>
    <dgm:pt modelId="{B6600230-FF64-4A94-885D-F332F0B0BC0F}" type="sibTrans" cxnId="{5A73E7C2-2601-4B0A-AA9D-EECA3040238F}">
      <dgm:prSet/>
      <dgm:spPr/>
      <dgm:t>
        <a:bodyPr/>
        <a:lstStyle/>
        <a:p>
          <a:endParaRPr lang="en-US"/>
        </a:p>
      </dgm:t>
    </dgm:pt>
    <dgm:pt modelId="{9C8DDD6D-EB14-482E-9F85-18F08A7D4450}">
      <dgm:prSet/>
      <dgm:spPr/>
      <dgm:t>
        <a:bodyPr/>
        <a:lstStyle/>
        <a:p>
          <a:r>
            <a:rPr lang="en-US"/>
            <a:t>Inherits direct access to the public and protected class members</a:t>
          </a:r>
        </a:p>
      </dgm:t>
    </dgm:pt>
    <dgm:pt modelId="{6D1CA7E8-8A44-435D-97A7-F326D7F15C98}" type="parTrans" cxnId="{A195BFB6-0218-401F-8586-E9C396CBDA32}">
      <dgm:prSet/>
      <dgm:spPr/>
      <dgm:t>
        <a:bodyPr/>
        <a:lstStyle/>
        <a:p>
          <a:endParaRPr lang="en-US"/>
        </a:p>
      </dgm:t>
    </dgm:pt>
    <dgm:pt modelId="{F2CCCA7C-25FB-4676-92F0-4E2AC7A9DB74}" type="sibTrans" cxnId="{A195BFB6-0218-401F-8586-E9C396CBDA32}">
      <dgm:prSet/>
      <dgm:spPr/>
      <dgm:t>
        <a:bodyPr/>
        <a:lstStyle/>
        <a:p>
          <a:endParaRPr lang="en-US"/>
        </a:p>
      </dgm:t>
    </dgm:pt>
    <dgm:pt modelId="{8D735CCC-795E-4859-8DC4-B3093785A161}">
      <dgm:prSet/>
      <dgm:spPr/>
      <dgm:t>
        <a:bodyPr/>
        <a:lstStyle/>
        <a:p>
          <a:r>
            <a:rPr lang="en-US" dirty="0"/>
            <a:t>Inherits package-private access to class members depending on packaging</a:t>
          </a:r>
        </a:p>
      </dgm:t>
    </dgm:pt>
    <dgm:pt modelId="{50A59D32-692A-425B-A960-01DC425CF8BB}" type="parTrans" cxnId="{8E9C30A0-ACB6-40AA-9124-D0870EB624EB}">
      <dgm:prSet/>
      <dgm:spPr/>
      <dgm:t>
        <a:bodyPr/>
        <a:lstStyle/>
        <a:p>
          <a:endParaRPr lang="en-US"/>
        </a:p>
      </dgm:t>
    </dgm:pt>
    <dgm:pt modelId="{7DAF8A96-7FEF-4C2C-9987-9A18B0BCE2A7}" type="sibTrans" cxnId="{8E9C30A0-ACB6-40AA-9124-D0870EB624EB}">
      <dgm:prSet/>
      <dgm:spPr/>
      <dgm:t>
        <a:bodyPr/>
        <a:lstStyle/>
        <a:p>
          <a:endParaRPr lang="en-US"/>
        </a:p>
      </dgm:t>
    </dgm:pt>
    <dgm:pt modelId="{3AF3A223-AC05-440F-A777-2BC5ECD3ECD6}">
      <dgm:prSet/>
      <dgm:spPr/>
      <dgm:t>
        <a:bodyPr/>
        <a:lstStyle/>
        <a:p>
          <a:r>
            <a:rPr lang="en-US"/>
            <a:t>Does not inherit private access to class members</a:t>
          </a:r>
        </a:p>
      </dgm:t>
    </dgm:pt>
    <dgm:pt modelId="{521DD12E-5E4D-4DB2-B28A-23C64907E69E}" type="parTrans" cxnId="{AE67CCD0-0974-4956-8260-FC4592B17795}">
      <dgm:prSet/>
      <dgm:spPr/>
      <dgm:t>
        <a:bodyPr/>
        <a:lstStyle/>
        <a:p>
          <a:endParaRPr lang="en-US"/>
        </a:p>
      </dgm:t>
    </dgm:pt>
    <dgm:pt modelId="{AA7287FF-D710-4C7C-89F1-F54F6BB46D0B}" type="sibTrans" cxnId="{AE67CCD0-0974-4956-8260-FC4592B17795}">
      <dgm:prSet/>
      <dgm:spPr/>
      <dgm:t>
        <a:bodyPr/>
        <a:lstStyle/>
        <a:p>
          <a:endParaRPr lang="en-US"/>
        </a:p>
      </dgm:t>
    </dgm:pt>
    <dgm:pt modelId="{F3F45E80-FC2E-40E3-AF3B-E83C050D7306}">
      <dgm:prSet/>
      <dgm:spPr/>
      <dgm:t>
        <a:bodyPr/>
        <a:lstStyle/>
        <a:p>
          <a:r>
            <a:rPr lang="en-US"/>
            <a:t>Inherits state initialization behavior (subclass must call a superclass constructor)</a:t>
          </a:r>
        </a:p>
      </dgm:t>
    </dgm:pt>
    <dgm:pt modelId="{32256C69-D71C-4BE1-8FFA-8DB138A2B0E9}" type="parTrans" cxnId="{CC551B6F-7E59-4752-938D-0415976041BC}">
      <dgm:prSet/>
      <dgm:spPr/>
      <dgm:t>
        <a:bodyPr/>
        <a:lstStyle/>
        <a:p>
          <a:endParaRPr lang="en-US"/>
        </a:p>
      </dgm:t>
    </dgm:pt>
    <dgm:pt modelId="{80BF25A6-C7FF-4960-8E90-89F698690D73}" type="sibTrans" cxnId="{CC551B6F-7E59-4752-938D-0415976041BC}">
      <dgm:prSet/>
      <dgm:spPr/>
      <dgm:t>
        <a:bodyPr/>
        <a:lstStyle/>
        <a:p>
          <a:endParaRPr lang="en-US"/>
        </a:p>
      </dgm:t>
    </dgm:pt>
    <dgm:pt modelId="{95638E90-375F-4269-8704-E78A1BC0D0EC}">
      <dgm:prSet/>
      <dgm:spPr/>
      <dgm:t>
        <a:bodyPr/>
        <a:lstStyle/>
        <a:p>
          <a:r>
            <a:rPr lang="en-US" dirty="0"/>
            <a:t>Inheritance of Behavior (or Implementation)</a:t>
          </a:r>
        </a:p>
      </dgm:t>
    </dgm:pt>
    <dgm:pt modelId="{DD3F7143-2A08-46F2-B715-698456A9B3A8}" type="parTrans" cxnId="{B6F1B086-5C86-49AA-A847-162B57260155}">
      <dgm:prSet/>
      <dgm:spPr/>
      <dgm:t>
        <a:bodyPr/>
        <a:lstStyle/>
        <a:p>
          <a:endParaRPr lang="en-US"/>
        </a:p>
      </dgm:t>
    </dgm:pt>
    <dgm:pt modelId="{B712AA25-A7B3-4B11-A8E8-DA08B01948E9}" type="sibTrans" cxnId="{B6F1B086-5C86-49AA-A847-162B57260155}">
      <dgm:prSet/>
      <dgm:spPr/>
      <dgm:t>
        <a:bodyPr/>
        <a:lstStyle/>
        <a:p>
          <a:endParaRPr lang="en-US"/>
        </a:p>
      </dgm:t>
    </dgm:pt>
    <dgm:pt modelId="{B5926A74-8D97-4094-90C9-909FB4130DCA}">
      <dgm:prSet/>
      <dgm:spPr/>
      <dgm:t>
        <a:bodyPr/>
        <a:lstStyle/>
        <a:p>
          <a:r>
            <a:rPr lang="en-US" dirty="0"/>
            <a:t>Inherits direct access to the public and protected methods</a:t>
          </a:r>
        </a:p>
      </dgm:t>
    </dgm:pt>
    <dgm:pt modelId="{32B1AFEA-CE54-4400-B999-66DC315767DA}" type="parTrans" cxnId="{E7F35521-DB70-4C3C-A56E-71069FA28704}">
      <dgm:prSet/>
      <dgm:spPr/>
      <dgm:t>
        <a:bodyPr/>
        <a:lstStyle/>
        <a:p>
          <a:endParaRPr lang="en-US"/>
        </a:p>
      </dgm:t>
    </dgm:pt>
    <dgm:pt modelId="{EDC28219-B98F-4D8B-A985-37DEBC1C382E}" type="sibTrans" cxnId="{E7F35521-DB70-4C3C-A56E-71069FA28704}">
      <dgm:prSet/>
      <dgm:spPr/>
      <dgm:t>
        <a:bodyPr/>
        <a:lstStyle/>
        <a:p>
          <a:endParaRPr lang="en-US"/>
        </a:p>
      </dgm:t>
    </dgm:pt>
    <dgm:pt modelId="{CB1A9FE4-4D31-4848-80D0-CDC398D6795E}">
      <dgm:prSet/>
      <dgm:spPr/>
      <dgm:t>
        <a:bodyPr/>
        <a:lstStyle/>
        <a:p>
          <a:r>
            <a:rPr lang="en-US" dirty="0"/>
            <a:t>Inherits package-private access to methods depending on packaging</a:t>
          </a:r>
        </a:p>
      </dgm:t>
    </dgm:pt>
    <dgm:pt modelId="{25D0B750-D7A4-405F-8015-7B640DE35B1F}" type="parTrans" cxnId="{E0457302-2C7D-46FC-9A82-7798C3089C4A}">
      <dgm:prSet/>
      <dgm:spPr/>
      <dgm:t>
        <a:bodyPr/>
        <a:lstStyle/>
        <a:p>
          <a:endParaRPr lang="en-US"/>
        </a:p>
      </dgm:t>
    </dgm:pt>
    <dgm:pt modelId="{3009CE92-3A30-4E70-A1CE-7B40875918AC}" type="sibTrans" cxnId="{E0457302-2C7D-46FC-9A82-7798C3089C4A}">
      <dgm:prSet/>
      <dgm:spPr/>
      <dgm:t>
        <a:bodyPr/>
        <a:lstStyle/>
        <a:p>
          <a:endParaRPr lang="en-US"/>
        </a:p>
      </dgm:t>
    </dgm:pt>
    <dgm:pt modelId="{31BFD2E2-2C18-4D54-8801-A06B7249F25D}">
      <dgm:prSet/>
      <dgm:spPr/>
      <dgm:t>
        <a:bodyPr/>
        <a:lstStyle/>
        <a:p>
          <a:r>
            <a:rPr lang="en-US" dirty="0"/>
            <a:t>Does not inherit private access to methods</a:t>
          </a:r>
        </a:p>
      </dgm:t>
    </dgm:pt>
    <dgm:pt modelId="{776971B5-8C4E-40BF-90F9-02A4CF178DCB}" type="parTrans" cxnId="{D88AAA82-5B80-431E-ABE1-1595BF777052}">
      <dgm:prSet/>
      <dgm:spPr/>
      <dgm:t>
        <a:bodyPr/>
        <a:lstStyle/>
        <a:p>
          <a:endParaRPr lang="en-US"/>
        </a:p>
      </dgm:t>
    </dgm:pt>
    <dgm:pt modelId="{A2395949-0A85-4E8D-9EF7-D90390482762}" type="sibTrans" cxnId="{D88AAA82-5B80-431E-ABE1-1595BF777052}">
      <dgm:prSet/>
      <dgm:spPr/>
      <dgm:t>
        <a:bodyPr/>
        <a:lstStyle/>
        <a:p>
          <a:endParaRPr lang="en-US"/>
        </a:p>
      </dgm:t>
    </dgm:pt>
    <dgm:pt modelId="{4BE602C2-CBA9-43CD-8DC0-F6669643DA79}">
      <dgm:prSet/>
      <dgm:spPr/>
      <dgm:t>
        <a:bodyPr/>
        <a:lstStyle/>
        <a:p>
          <a:r>
            <a:rPr lang="en-US" dirty="0"/>
            <a:t>Does not inherit constructors (subclass must call a superclass constructor)</a:t>
          </a:r>
        </a:p>
      </dgm:t>
    </dgm:pt>
    <dgm:pt modelId="{59A4C185-1C6A-4F46-9955-8738C8106F2D}" type="parTrans" cxnId="{666F5B34-9953-495F-8EBA-7BC33B9C2906}">
      <dgm:prSet/>
      <dgm:spPr/>
      <dgm:t>
        <a:bodyPr/>
        <a:lstStyle/>
        <a:p>
          <a:endParaRPr lang="en-US"/>
        </a:p>
      </dgm:t>
    </dgm:pt>
    <dgm:pt modelId="{CD9C2C7E-AE33-4EFC-AA17-E1FCB4D2CE36}" type="sibTrans" cxnId="{666F5B34-9953-495F-8EBA-7BC33B9C2906}">
      <dgm:prSet/>
      <dgm:spPr/>
      <dgm:t>
        <a:bodyPr/>
        <a:lstStyle/>
        <a:p>
          <a:endParaRPr lang="en-US"/>
        </a:p>
      </dgm:t>
    </dgm:pt>
    <dgm:pt modelId="{6937FA4E-CA13-410B-ABD0-CB9675D4A318}">
      <dgm:prSet/>
      <dgm:spPr/>
      <dgm:t>
        <a:bodyPr/>
        <a:lstStyle/>
        <a:p>
          <a:r>
            <a:rPr lang="en-US" dirty="0"/>
            <a:t>Inheritance of Type</a:t>
          </a:r>
        </a:p>
      </dgm:t>
    </dgm:pt>
    <dgm:pt modelId="{1EA2E78A-BFAB-4AF2-916C-24CBCFBC7E85}" type="parTrans" cxnId="{A0307F6B-3FB1-4F77-84A6-DEAA40BD7D88}">
      <dgm:prSet/>
      <dgm:spPr/>
      <dgm:t>
        <a:bodyPr/>
        <a:lstStyle/>
        <a:p>
          <a:endParaRPr lang="en-US"/>
        </a:p>
      </dgm:t>
    </dgm:pt>
    <dgm:pt modelId="{FF13F889-66CC-494B-AFB9-9481B1C09E69}" type="sibTrans" cxnId="{A0307F6B-3FB1-4F77-84A6-DEAA40BD7D88}">
      <dgm:prSet/>
      <dgm:spPr/>
      <dgm:t>
        <a:bodyPr/>
        <a:lstStyle/>
        <a:p>
          <a:endParaRPr lang="en-US"/>
        </a:p>
      </dgm:t>
    </dgm:pt>
    <dgm:pt modelId="{08549264-6E0B-4CE3-A970-40009920B0A3}">
      <dgm:prSet/>
      <dgm:spPr/>
      <dgm:t>
        <a:bodyPr/>
        <a:lstStyle/>
        <a:p>
          <a:r>
            <a:rPr lang="en-US"/>
            <a:t>Inherits the superclass type</a:t>
          </a:r>
        </a:p>
      </dgm:t>
    </dgm:pt>
    <dgm:pt modelId="{1BE64CCD-0D03-4A2A-848A-68CCCD74A8B6}" type="parTrans" cxnId="{78890AEF-8864-4A80-8574-F8DBD462D2B6}">
      <dgm:prSet/>
      <dgm:spPr/>
      <dgm:t>
        <a:bodyPr/>
        <a:lstStyle/>
        <a:p>
          <a:endParaRPr lang="en-US"/>
        </a:p>
      </dgm:t>
    </dgm:pt>
    <dgm:pt modelId="{6473CFFC-02E4-4B06-9484-3D7680210C3B}" type="sibTrans" cxnId="{78890AEF-8864-4A80-8574-F8DBD462D2B6}">
      <dgm:prSet/>
      <dgm:spPr/>
      <dgm:t>
        <a:bodyPr/>
        <a:lstStyle/>
        <a:p>
          <a:endParaRPr lang="en-US"/>
        </a:p>
      </dgm:t>
    </dgm:pt>
    <dgm:pt modelId="{BC533BFF-36E3-4695-81EB-C2F379E84831}">
      <dgm:prSet/>
      <dgm:spPr/>
      <dgm:t>
        <a:bodyPr/>
        <a:lstStyle/>
        <a:p>
          <a:r>
            <a:rPr lang="en-US" dirty="0"/>
            <a:t>Inherits the interface type</a:t>
          </a:r>
        </a:p>
      </dgm:t>
    </dgm:pt>
    <dgm:pt modelId="{F21BD6AC-FE86-4473-ACAB-4D9D1838C174}" type="parTrans" cxnId="{E1BD9FDC-2FE5-4BDD-8A14-78F23C60F1BA}">
      <dgm:prSet/>
      <dgm:spPr/>
      <dgm:t>
        <a:bodyPr/>
        <a:lstStyle/>
        <a:p>
          <a:endParaRPr lang="en-US"/>
        </a:p>
      </dgm:t>
    </dgm:pt>
    <dgm:pt modelId="{A382A4A8-D12B-4AFD-A625-F0122FD8CD33}" type="sibTrans" cxnId="{E1BD9FDC-2FE5-4BDD-8A14-78F23C60F1BA}">
      <dgm:prSet/>
      <dgm:spPr/>
      <dgm:t>
        <a:bodyPr/>
        <a:lstStyle/>
        <a:p>
          <a:endParaRPr lang="en-US"/>
        </a:p>
      </dgm:t>
    </dgm:pt>
    <dgm:pt modelId="{9E1DD4E3-59A1-4AF9-AFA9-610A3CC9D247}">
      <dgm:prSet/>
      <dgm:spPr/>
      <dgm:t>
        <a:bodyPr/>
        <a:lstStyle/>
        <a:p>
          <a:r>
            <a:rPr lang="en-US" dirty="0"/>
            <a:t>Does not inherit the internal identifier</a:t>
          </a:r>
        </a:p>
      </dgm:t>
    </dgm:pt>
    <dgm:pt modelId="{2DEE3D1C-4BE4-46C5-8A89-C729D8E0DDD2}" type="parTrans" cxnId="{84648300-13F7-443F-914E-0FB398463F62}">
      <dgm:prSet/>
      <dgm:spPr/>
      <dgm:t>
        <a:bodyPr/>
        <a:lstStyle/>
        <a:p>
          <a:endParaRPr lang="en-US"/>
        </a:p>
      </dgm:t>
    </dgm:pt>
    <dgm:pt modelId="{2B27A742-69C4-4EAD-B91F-D8C9C82DC18A}" type="sibTrans" cxnId="{84648300-13F7-443F-914E-0FB398463F62}">
      <dgm:prSet/>
      <dgm:spPr/>
      <dgm:t>
        <a:bodyPr/>
        <a:lstStyle/>
        <a:p>
          <a:endParaRPr lang="en-US"/>
        </a:p>
      </dgm:t>
    </dgm:pt>
    <dgm:pt modelId="{9598695E-2791-4DD3-89FB-6B38DFD7F86D}" type="pres">
      <dgm:prSet presAssocID="{6FFD72CA-D555-49F8-9232-8DC2A9BAE036}" presName="linear" presStyleCnt="0">
        <dgm:presLayoutVars>
          <dgm:animLvl val="lvl"/>
          <dgm:resizeHandles val="exact"/>
        </dgm:presLayoutVars>
      </dgm:prSet>
      <dgm:spPr/>
    </dgm:pt>
    <dgm:pt modelId="{9706EA91-7B2F-4402-A2CD-76CE708890DC}" type="pres">
      <dgm:prSet presAssocID="{CC6BE278-5AFF-48D3-95CC-481208869C9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05769CD-0820-4B87-9C6F-5276420AA089}" type="pres">
      <dgm:prSet presAssocID="{CC6BE278-5AFF-48D3-95CC-481208869C9B}" presName="childText" presStyleLbl="revTx" presStyleIdx="0" presStyleCnt="3">
        <dgm:presLayoutVars>
          <dgm:bulletEnabled val="1"/>
        </dgm:presLayoutVars>
      </dgm:prSet>
      <dgm:spPr/>
    </dgm:pt>
    <dgm:pt modelId="{D429D402-A797-4C2A-85F1-51370E538A90}" type="pres">
      <dgm:prSet presAssocID="{95638E90-375F-4269-8704-E78A1BC0D0E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B2B1794-9EB5-4B91-94C0-58745D58F38F}" type="pres">
      <dgm:prSet presAssocID="{95638E90-375F-4269-8704-E78A1BC0D0EC}" presName="childText" presStyleLbl="revTx" presStyleIdx="1" presStyleCnt="3">
        <dgm:presLayoutVars>
          <dgm:bulletEnabled val="1"/>
        </dgm:presLayoutVars>
      </dgm:prSet>
      <dgm:spPr/>
    </dgm:pt>
    <dgm:pt modelId="{074507F8-578E-459E-AAB4-949933DA1C8D}" type="pres">
      <dgm:prSet presAssocID="{6937FA4E-CA13-410B-ABD0-CB9675D4A31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BFF73BF-1A57-4E8E-B9A4-971DA3290FC7}" type="pres">
      <dgm:prSet presAssocID="{6937FA4E-CA13-410B-ABD0-CB9675D4A31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4648300-13F7-443F-914E-0FB398463F62}" srcId="{6937FA4E-CA13-410B-ABD0-CB9675D4A318}" destId="{9E1DD4E3-59A1-4AF9-AFA9-610A3CC9D247}" srcOrd="2" destOrd="0" parTransId="{2DEE3D1C-4BE4-46C5-8A89-C729D8E0DDD2}" sibTransId="{2B27A742-69C4-4EAD-B91F-D8C9C82DC18A}"/>
    <dgm:cxn modelId="{E0457302-2C7D-46FC-9A82-7798C3089C4A}" srcId="{95638E90-375F-4269-8704-E78A1BC0D0EC}" destId="{CB1A9FE4-4D31-4848-80D0-CDC398D6795E}" srcOrd="1" destOrd="0" parTransId="{25D0B750-D7A4-405F-8015-7B640DE35B1F}" sibTransId="{3009CE92-3A30-4E70-A1CE-7B40875918AC}"/>
    <dgm:cxn modelId="{1DB7850C-1F5B-4FFB-B0D7-3D2C6DCE566C}" type="presOf" srcId="{9C8DDD6D-EB14-482E-9F85-18F08A7D4450}" destId="{405769CD-0820-4B87-9C6F-5276420AA089}" srcOrd="0" destOrd="0" presId="urn:microsoft.com/office/officeart/2005/8/layout/vList2"/>
    <dgm:cxn modelId="{4FFA2611-2D2A-48B6-8965-6024543E1377}" type="presOf" srcId="{6937FA4E-CA13-410B-ABD0-CB9675D4A318}" destId="{074507F8-578E-459E-AAB4-949933DA1C8D}" srcOrd="0" destOrd="0" presId="urn:microsoft.com/office/officeart/2005/8/layout/vList2"/>
    <dgm:cxn modelId="{E7F35521-DB70-4C3C-A56E-71069FA28704}" srcId="{95638E90-375F-4269-8704-E78A1BC0D0EC}" destId="{B5926A74-8D97-4094-90C9-909FB4130DCA}" srcOrd="0" destOrd="0" parTransId="{32B1AFEA-CE54-4400-B999-66DC315767DA}" sibTransId="{EDC28219-B98F-4D8B-A985-37DEBC1C382E}"/>
    <dgm:cxn modelId="{54216131-BB3C-4D18-8DC1-71D90292925B}" type="presOf" srcId="{6FFD72CA-D555-49F8-9232-8DC2A9BAE036}" destId="{9598695E-2791-4DD3-89FB-6B38DFD7F86D}" srcOrd="0" destOrd="0" presId="urn:microsoft.com/office/officeart/2005/8/layout/vList2"/>
    <dgm:cxn modelId="{666F5B34-9953-495F-8EBA-7BC33B9C2906}" srcId="{95638E90-375F-4269-8704-E78A1BC0D0EC}" destId="{4BE602C2-CBA9-43CD-8DC0-F6669643DA79}" srcOrd="3" destOrd="0" parTransId="{59A4C185-1C6A-4F46-9955-8738C8106F2D}" sibTransId="{CD9C2C7E-AE33-4EFC-AA17-E1FCB4D2CE36}"/>
    <dgm:cxn modelId="{7C9EB15E-34B8-4A6D-A9DC-8E7E6ED2A278}" type="presOf" srcId="{95638E90-375F-4269-8704-E78A1BC0D0EC}" destId="{D429D402-A797-4C2A-85F1-51370E538A90}" srcOrd="0" destOrd="0" presId="urn:microsoft.com/office/officeart/2005/8/layout/vList2"/>
    <dgm:cxn modelId="{A0307F6B-3FB1-4F77-84A6-DEAA40BD7D88}" srcId="{6FFD72CA-D555-49F8-9232-8DC2A9BAE036}" destId="{6937FA4E-CA13-410B-ABD0-CB9675D4A318}" srcOrd="2" destOrd="0" parTransId="{1EA2E78A-BFAB-4AF2-916C-24CBCFBC7E85}" sibTransId="{FF13F889-66CC-494B-AFB9-9481B1C09E69}"/>
    <dgm:cxn modelId="{CC551B6F-7E59-4752-938D-0415976041BC}" srcId="{CC6BE278-5AFF-48D3-95CC-481208869C9B}" destId="{F3F45E80-FC2E-40E3-AF3B-E83C050D7306}" srcOrd="3" destOrd="0" parTransId="{32256C69-D71C-4BE1-8FFA-8DB138A2B0E9}" sibTransId="{80BF25A6-C7FF-4960-8E90-89F698690D73}"/>
    <dgm:cxn modelId="{AEDB5F71-5F47-4CE3-9765-651AD82D2935}" type="presOf" srcId="{B5926A74-8D97-4094-90C9-909FB4130DCA}" destId="{0B2B1794-9EB5-4B91-94C0-58745D58F38F}" srcOrd="0" destOrd="0" presId="urn:microsoft.com/office/officeart/2005/8/layout/vList2"/>
    <dgm:cxn modelId="{47E8D87D-832B-4D62-B088-DD3E67909B9C}" type="presOf" srcId="{3AF3A223-AC05-440F-A777-2BC5ECD3ECD6}" destId="{405769CD-0820-4B87-9C6F-5276420AA089}" srcOrd="0" destOrd="2" presId="urn:microsoft.com/office/officeart/2005/8/layout/vList2"/>
    <dgm:cxn modelId="{40DA217F-4D46-4EB7-ADEF-FFE5374B578B}" type="presOf" srcId="{08549264-6E0B-4CE3-A970-40009920B0A3}" destId="{6BFF73BF-1A57-4E8E-B9A4-971DA3290FC7}" srcOrd="0" destOrd="0" presId="urn:microsoft.com/office/officeart/2005/8/layout/vList2"/>
    <dgm:cxn modelId="{7977F67F-1D46-405E-9DB7-B5660BA31C50}" type="presOf" srcId="{8D735CCC-795E-4859-8DC4-B3093785A161}" destId="{405769CD-0820-4B87-9C6F-5276420AA089}" srcOrd="0" destOrd="1" presId="urn:microsoft.com/office/officeart/2005/8/layout/vList2"/>
    <dgm:cxn modelId="{D88AAA82-5B80-431E-ABE1-1595BF777052}" srcId="{95638E90-375F-4269-8704-E78A1BC0D0EC}" destId="{31BFD2E2-2C18-4D54-8801-A06B7249F25D}" srcOrd="2" destOrd="0" parTransId="{776971B5-8C4E-40BF-90F9-02A4CF178DCB}" sibTransId="{A2395949-0A85-4E8D-9EF7-D90390482762}"/>
    <dgm:cxn modelId="{B6F1B086-5C86-49AA-A847-162B57260155}" srcId="{6FFD72CA-D555-49F8-9232-8DC2A9BAE036}" destId="{95638E90-375F-4269-8704-E78A1BC0D0EC}" srcOrd="1" destOrd="0" parTransId="{DD3F7143-2A08-46F2-B715-698456A9B3A8}" sibTransId="{B712AA25-A7B3-4B11-A8E8-DA08B01948E9}"/>
    <dgm:cxn modelId="{FA47AF8F-6553-428D-B7E3-436EFA4B5B0B}" type="presOf" srcId="{CB1A9FE4-4D31-4848-80D0-CDC398D6795E}" destId="{0B2B1794-9EB5-4B91-94C0-58745D58F38F}" srcOrd="0" destOrd="1" presId="urn:microsoft.com/office/officeart/2005/8/layout/vList2"/>
    <dgm:cxn modelId="{FFAD6899-C4BA-4225-972D-19CFA4875351}" type="presOf" srcId="{4BE602C2-CBA9-43CD-8DC0-F6669643DA79}" destId="{0B2B1794-9EB5-4B91-94C0-58745D58F38F}" srcOrd="0" destOrd="3" presId="urn:microsoft.com/office/officeart/2005/8/layout/vList2"/>
    <dgm:cxn modelId="{C581EB9E-3B7E-4350-B53E-43ECFA516851}" type="presOf" srcId="{31BFD2E2-2C18-4D54-8801-A06B7249F25D}" destId="{0B2B1794-9EB5-4B91-94C0-58745D58F38F}" srcOrd="0" destOrd="2" presId="urn:microsoft.com/office/officeart/2005/8/layout/vList2"/>
    <dgm:cxn modelId="{8E9C30A0-ACB6-40AA-9124-D0870EB624EB}" srcId="{CC6BE278-5AFF-48D3-95CC-481208869C9B}" destId="{8D735CCC-795E-4859-8DC4-B3093785A161}" srcOrd="1" destOrd="0" parTransId="{50A59D32-692A-425B-A960-01DC425CF8BB}" sibTransId="{7DAF8A96-7FEF-4C2C-9987-9A18B0BCE2A7}"/>
    <dgm:cxn modelId="{BD7CFAA7-9FD3-4720-9BE9-8AFB20B1784B}" type="presOf" srcId="{9E1DD4E3-59A1-4AF9-AFA9-610A3CC9D247}" destId="{6BFF73BF-1A57-4E8E-B9A4-971DA3290FC7}" srcOrd="0" destOrd="2" presId="urn:microsoft.com/office/officeart/2005/8/layout/vList2"/>
    <dgm:cxn modelId="{5DC882AB-5A05-4BFE-ACC9-8BC128E110FE}" type="presOf" srcId="{F3F45E80-FC2E-40E3-AF3B-E83C050D7306}" destId="{405769CD-0820-4B87-9C6F-5276420AA089}" srcOrd="0" destOrd="3" presId="urn:microsoft.com/office/officeart/2005/8/layout/vList2"/>
    <dgm:cxn modelId="{A195BFB6-0218-401F-8586-E9C396CBDA32}" srcId="{CC6BE278-5AFF-48D3-95CC-481208869C9B}" destId="{9C8DDD6D-EB14-482E-9F85-18F08A7D4450}" srcOrd="0" destOrd="0" parTransId="{6D1CA7E8-8A44-435D-97A7-F326D7F15C98}" sibTransId="{F2CCCA7C-25FB-4676-92F0-4E2AC7A9DB74}"/>
    <dgm:cxn modelId="{5A73E7C2-2601-4B0A-AA9D-EECA3040238F}" srcId="{6FFD72CA-D555-49F8-9232-8DC2A9BAE036}" destId="{CC6BE278-5AFF-48D3-95CC-481208869C9B}" srcOrd="0" destOrd="0" parTransId="{5FA73175-1F48-44AF-82BE-ECA611978E11}" sibTransId="{B6600230-FF64-4A94-885D-F332F0B0BC0F}"/>
    <dgm:cxn modelId="{B7EE15C8-EC1C-4AF8-9F0A-7548E799405C}" type="presOf" srcId="{BC533BFF-36E3-4695-81EB-C2F379E84831}" destId="{6BFF73BF-1A57-4E8E-B9A4-971DA3290FC7}" srcOrd="0" destOrd="1" presId="urn:microsoft.com/office/officeart/2005/8/layout/vList2"/>
    <dgm:cxn modelId="{4F306ACA-CBF1-4B2A-B574-E41FFE5F38C8}" type="presOf" srcId="{CC6BE278-5AFF-48D3-95CC-481208869C9B}" destId="{9706EA91-7B2F-4402-A2CD-76CE708890DC}" srcOrd="0" destOrd="0" presId="urn:microsoft.com/office/officeart/2005/8/layout/vList2"/>
    <dgm:cxn modelId="{AE67CCD0-0974-4956-8260-FC4592B17795}" srcId="{CC6BE278-5AFF-48D3-95CC-481208869C9B}" destId="{3AF3A223-AC05-440F-A777-2BC5ECD3ECD6}" srcOrd="2" destOrd="0" parTransId="{521DD12E-5E4D-4DB2-B28A-23C64907E69E}" sibTransId="{AA7287FF-D710-4C7C-89F1-F54F6BB46D0B}"/>
    <dgm:cxn modelId="{E1BD9FDC-2FE5-4BDD-8A14-78F23C60F1BA}" srcId="{6937FA4E-CA13-410B-ABD0-CB9675D4A318}" destId="{BC533BFF-36E3-4695-81EB-C2F379E84831}" srcOrd="1" destOrd="0" parTransId="{F21BD6AC-FE86-4473-ACAB-4D9D1838C174}" sibTransId="{A382A4A8-D12B-4AFD-A625-F0122FD8CD33}"/>
    <dgm:cxn modelId="{78890AEF-8864-4A80-8574-F8DBD462D2B6}" srcId="{6937FA4E-CA13-410B-ABD0-CB9675D4A318}" destId="{08549264-6E0B-4CE3-A970-40009920B0A3}" srcOrd="0" destOrd="0" parTransId="{1BE64CCD-0D03-4A2A-848A-68CCCD74A8B6}" sibTransId="{6473CFFC-02E4-4B06-9484-3D7680210C3B}"/>
    <dgm:cxn modelId="{CC975B46-7618-4F22-A68F-58ADB2BE879F}" type="presParOf" srcId="{9598695E-2791-4DD3-89FB-6B38DFD7F86D}" destId="{9706EA91-7B2F-4402-A2CD-76CE708890DC}" srcOrd="0" destOrd="0" presId="urn:microsoft.com/office/officeart/2005/8/layout/vList2"/>
    <dgm:cxn modelId="{FA846031-A04E-42AD-975D-3354EB92C6A3}" type="presParOf" srcId="{9598695E-2791-4DD3-89FB-6B38DFD7F86D}" destId="{405769CD-0820-4B87-9C6F-5276420AA089}" srcOrd="1" destOrd="0" presId="urn:microsoft.com/office/officeart/2005/8/layout/vList2"/>
    <dgm:cxn modelId="{0E84D089-C4EB-4DAE-AC23-F40E68AA14B1}" type="presParOf" srcId="{9598695E-2791-4DD3-89FB-6B38DFD7F86D}" destId="{D429D402-A797-4C2A-85F1-51370E538A90}" srcOrd="2" destOrd="0" presId="urn:microsoft.com/office/officeart/2005/8/layout/vList2"/>
    <dgm:cxn modelId="{6A2DF562-F00E-4086-A00B-B646AC7CA9E2}" type="presParOf" srcId="{9598695E-2791-4DD3-89FB-6B38DFD7F86D}" destId="{0B2B1794-9EB5-4B91-94C0-58745D58F38F}" srcOrd="3" destOrd="0" presId="urn:microsoft.com/office/officeart/2005/8/layout/vList2"/>
    <dgm:cxn modelId="{C4DC8A48-FA1B-4425-A415-252BBAEA4271}" type="presParOf" srcId="{9598695E-2791-4DD3-89FB-6B38DFD7F86D}" destId="{074507F8-578E-459E-AAB4-949933DA1C8D}" srcOrd="4" destOrd="0" presId="urn:microsoft.com/office/officeart/2005/8/layout/vList2"/>
    <dgm:cxn modelId="{8BD0B2C8-61B2-471F-B79B-84CED0C47F57}" type="presParOf" srcId="{9598695E-2791-4DD3-89FB-6B38DFD7F86D}" destId="{6BFF73BF-1A57-4E8E-B9A4-971DA3290FC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529F09C-4140-4790-B0F9-C24CBC398F0C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7DDE60D-DCD4-41C7-BF7B-7AEDF37564AC}">
      <dgm:prSet/>
      <dgm:spPr/>
      <dgm:t>
        <a:bodyPr/>
        <a:lstStyle/>
        <a:p>
          <a:r>
            <a:rPr lang="en-US" dirty="0"/>
            <a:t>Overloading – same name, different signature (name + parameters)</a:t>
          </a:r>
        </a:p>
      </dgm:t>
    </dgm:pt>
    <dgm:pt modelId="{DA9AEC46-3A9F-4AAB-BEA3-AF59EE46DDF6}" type="parTrans" cxnId="{4F2DCAD6-8B05-4BE0-9DB0-FDAA2E53B99B}">
      <dgm:prSet/>
      <dgm:spPr/>
      <dgm:t>
        <a:bodyPr/>
        <a:lstStyle/>
        <a:p>
          <a:endParaRPr lang="en-US"/>
        </a:p>
      </dgm:t>
    </dgm:pt>
    <dgm:pt modelId="{056FEFBB-9067-4084-9C95-368F8066B47A}" type="sibTrans" cxnId="{4F2DCAD6-8B05-4BE0-9DB0-FDAA2E53B99B}">
      <dgm:prSet/>
      <dgm:spPr/>
      <dgm:t>
        <a:bodyPr/>
        <a:lstStyle/>
        <a:p>
          <a:endParaRPr lang="en-US"/>
        </a:p>
      </dgm:t>
    </dgm:pt>
    <dgm:pt modelId="{8FBBE374-0F9D-4A29-A9E4-122C30E0949A}">
      <dgm:prSet/>
      <dgm:spPr/>
      <dgm:t>
        <a:bodyPr/>
        <a:lstStyle/>
        <a:p>
          <a:r>
            <a:rPr lang="en-US"/>
            <a:t>Occurs only within the same class</a:t>
          </a:r>
        </a:p>
      </dgm:t>
    </dgm:pt>
    <dgm:pt modelId="{BE51F2A4-328C-487F-9D3A-291AD2FA7EA5}" type="parTrans" cxnId="{B59F5E29-9586-4A00-8B05-8E90056132BF}">
      <dgm:prSet/>
      <dgm:spPr/>
      <dgm:t>
        <a:bodyPr/>
        <a:lstStyle/>
        <a:p>
          <a:endParaRPr lang="en-US"/>
        </a:p>
      </dgm:t>
    </dgm:pt>
    <dgm:pt modelId="{DFDC2D0A-436F-4E76-BD2B-62117A417F71}" type="sibTrans" cxnId="{B59F5E29-9586-4A00-8B05-8E90056132BF}">
      <dgm:prSet/>
      <dgm:spPr/>
      <dgm:t>
        <a:bodyPr/>
        <a:lstStyle/>
        <a:p>
          <a:endParaRPr lang="en-US"/>
        </a:p>
      </dgm:t>
    </dgm:pt>
    <dgm:pt modelId="{0708F169-7CE6-4180-9F04-64E6283A0F5E}">
      <dgm:prSet/>
      <dgm:spPr/>
      <dgm:t>
        <a:bodyPr/>
        <a:lstStyle/>
        <a:p>
          <a:r>
            <a:rPr lang="en-US"/>
            <a:t>Cannot have two methods with the same signature</a:t>
          </a:r>
        </a:p>
      </dgm:t>
    </dgm:pt>
    <dgm:pt modelId="{A64DD492-E5B2-4EB8-B1C6-C09B89894ED5}" type="parTrans" cxnId="{281AB264-6066-45C9-BFFC-B3CA56CFEBD8}">
      <dgm:prSet/>
      <dgm:spPr/>
      <dgm:t>
        <a:bodyPr/>
        <a:lstStyle/>
        <a:p>
          <a:endParaRPr lang="en-US"/>
        </a:p>
      </dgm:t>
    </dgm:pt>
    <dgm:pt modelId="{14967A49-0648-47F5-91DC-4B1CE9AA124C}" type="sibTrans" cxnId="{281AB264-6066-45C9-BFFC-B3CA56CFEBD8}">
      <dgm:prSet/>
      <dgm:spPr/>
      <dgm:t>
        <a:bodyPr/>
        <a:lstStyle/>
        <a:p>
          <a:endParaRPr lang="en-US"/>
        </a:p>
      </dgm:t>
    </dgm:pt>
    <dgm:pt modelId="{F9EA4AFA-8899-432B-874C-136A20D0B3D1}">
      <dgm:prSet/>
      <dgm:spPr/>
      <dgm:t>
        <a:bodyPr/>
        <a:lstStyle/>
        <a:p>
          <a:r>
            <a:rPr lang="en-US"/>
            <a:t>Not involved in inheritance</a:t>
          </a:r>
        </a:p>
      </dgm:t>
    </dgm:pt>
    <dgm:pt modelId="{ABAB5968-DDCC-44EF-A338-E66DBBDAB075}" type="parTrans" cxnId="{291D5A41-A508-4D3E-BD9A-091F94B6297C}">
      <dgm:prSet/>
      <dgm:spPr/>
      <dgm:t>
        <a:bodyPr/>
        <a:lstStyle/>
        <a:p>
          <a:endParaRPr lang="en-US"/>
        </a:p>
      </dgm:t>
    </dgm:pt>
    <dgm:pt modelId="{1F09E35D-28CE-4E93-9616-8D6DC9FC8477}" type="sibTrans" cxnId="{291D5A41-A508-4D3E-BD9A-091F94B6297C}">
      <dgm:prSet/>
      <dgm:spPr/>
      <dgm:t>
        <a:bodyPr/>
        <a:lstStyle/>
        <a:p>
          <a:endParaRPr lang="en-US"/>
        </a:p>
      </dgm:t>
    </dgm:pt>
    <dgm:pt modelId="{A6634285-70DA-434C-85AA-A1A7A2D51254}">
      <dgm:prSet/>
      <dgm:spPr/>
      <dgm:t>
        <a:bodyPr/>
        <a:lstStyle/>
        <a:p>
          <a:r>
            <a:rPr lang="en-US"/>
            <a:t>Overriding</a:t>
          </a:r>
        </a:p>
      </dgm:t>
    </dgm:pt>
    <dgm:pt modelId="{51230DDA-E5BC-49A9-830D-333792276F7F}" type="parTrans" cxnId="{D0BE6453-472F-4886-87A5-2409DC669F66}">
      <dgm:prSet/>
      <dgm:spPr/>
      <dgm:t>
        <a:bodyPr/>
        <a:lstStyle/>
        <a:p>
          <a:endParaRPr lang="en-US"/>
        </a:p>
      </dgm:t>
    </dgm:pt>
    <dgm:pt modelId="{A3E6F84A-C297-404E-8483-5C340DF16BA5}" type="sibTrans" cxnId="{D0BE6453-472F-4886-87A5-2409DC669F66}">
      <dgm:prSet/>
      <dgm:spPr/>
      <dgm:t>
        <a:bodyPr/>
        <a:lstStyle/>
        <a:p>
          <a:endParaRPr lang="en-US"/>
        </a:p>
      </dgm:t>
    </dgm:pt>
    <dgm:pt modelId="{BBD10349-1182-451F-A49F-9F5C5FF836C9}">
      <dgm:prSet/>
      <dgm:spPr/>
      <dgm:t>
        <a:bodyPr/>
        <a:lstStyle/>
        <a:p>
          <a:r>
            <a:rPr lang="en-US"/>
            <a:t>Subclass method with the same signature as a superclass method</a:t>
          </a:r>
        </a:p>
      </dgm:t>
    </dgm:pt>
    <dgm:pt modelId="{15CB7412-BB94-4458-B8EB-89E5A3B2A3CE}" type="parTrans" cxnId="{56C7364F-3DE1-4C2D-9AF9-1AFBA6557FFB}">
      <dgm:prSet/>
      <dgm:spPr/>
      <dgm:t>
        <a:bodyPr/>
        <a:lstStyle/>
        <a:p>
          <a:endParaRPr lang="en-US"/>
        </a:p>
      </dgm:t>
    </dgm:pt>
    <dgm:pt modelId="{3E5FFF95-25F2-4A43-A8C8-97486939AB21}" type="sibTrans" cxnId="{56C7364F-3DE1-4C2D-9AF9-1AFBA6557FFB}">
      <dgm:prSet/>
      <dgm:spPr/>
      <dgm:t>
        <a:bodyPr/>
        <a:lstStyle/>
        <a:p>
          <a:endParaRPr lang="en-US"/>
        </a:p>
      </dgm:t>
    </dgm:pt>
    <dgm:pt modelId="{5DF15FC2-D92F-48A0-8840-2030C7FC5CC3}">
      <dgm:prSet/>
      <dgm:spPr/>
      <dgm:t>
        <a:bodyPr/>
        <a:lstStyle/>
        <a:p>
          <a:r>
            <a:rPr lang="en-US"/>
            <a:t>Calls to the method will invoke the subclass version</a:t>
          </a:r>
        </a:p>
      </dgm:t>
    </dgm:pt>
    <dgm:pt modelId="{F51FA50F-F716-465F-95D3-CC4E55C5441D}" type="parTrans" cxnId="{99073A78-A486-4B93-9D5F-11C3D9F5B2E0}">
      <dgm:prSet/>
      <dgm:spPr/>
      <dgm:t>
        <a:bodyPr/>
        <a:lstStyle/>
        <a:p>
          <a:endParaRPr lang="en-US"/>
        </a:p>
      </dgm:t>
    </dgm:pt>
    <dgm:pt modelId="{9983F51A-9F54-46A4-9645-A20F7490080A}" type="sibTrans" cxnId="{99073A78-A486-4B93-9D5F-11C3D9F5B2E0}">
      <dgm:prSet/>
      <dgm:spPr/>
      <dgm:t>
        <a:bodyPr/>
        <a:lstStyle/>
        <a:p>
          <a:endParaRPr lang="en-US"/>
        </a:p>
      </dgm:t>
    </dgm:pt>
    <dgm:pt modelId="{3BB49D9B-76A1-4D89-A20C-1E6FD86D2641}">
      <dgm:prSet/>
      <dgm:spPr/>
      <dgm:t>
        <a:bodyPr/>
        <a:lstStyle/>
        <a:p>
          <a:r>
            <a:rPr lang="en-US"/>
            <a:t>Subclass can call the superclass version using </a:t>
          </a:r>
          <a:r>
            <a:rPr lang="en-US" i="1"/>
            <a:t>super</a:t>
          </a:r>
          <a:endParaRPr lang="en-US"/>
        </a:p>
      </dgm:t>
    </dgm:pt>
    <dgm:pt modelId="{343349F1-A569-4464-BCFF-BC15D0334B07}" type="parTrans" cxnId="{A5F6AC09-D440-4E5B-8C65-48F8F37F99AB}">
      <dgm:prSet/>
      <dgm:spPr/>
      <dgm:t>
        <a:bodyPr/>
        <a:lstStyle/>
        <a:p>
          <a:endParaRPr lang="en-US"/>
        </a:p>
      </dgm:t>
    </dgm:pt>
    <dgm:pt modelId="{79A4CA2B-8859-42DD-AE50-4FF0B3264F28}" type="sibTrans" cxnId="{A5F6AC09-D440-4E5B-8C65-48F8F37F99AB}">
      <dgm:prSet/>
      <dgm:spPr/>
      <dgm:t>
        <a:bodyPr/>
        <a:lstStyle/>
        <a:p>
          <a:endParaRPr lang="en-US"/>
        </a:p>
      </dgm:t>
    </dgm:pt>
    <dgm:pt modelId="{B21842C9-7440-40DA-B464-0A4E8285E0C2}">
      <dgm:prSet/>
      <dgm:spPr/>
      <dgm:t>
        <a:bodyPr/>
        <a:lstStyle/>
        <a:p>
          <a:r>
            <a:rPr lang="en-US"/>
            <a:t>Only occurs between inheriting classes</a:t>
          </a:r>
        </a:p>
      </dgm:t>
    </dgm:pt>
    <dgm:pt modelId="{DC103F26-2E45-4D71-90D0-5C310DE504ED}" type="parTrans" cxnId="{395F40B2-7476-4DE3-9C87-C2890AAF46C7}">
      <dgm:prSet/>
      <dgm:spPr/>
      <dgm:t>
        <a:bodyPr/>
        <a:lstStyle/>
        <a:p>
          <a:endParaRPr lang="en-US"/>
        </a:p>
      </dgm:t>
    </dgm:pt>
    <dgm:pt modelId="{86635A44-7EE3-4590-ACFD-2E85CA602E01}" type="sibTrans" cxnId="{395F40B2-7476-4DE3-9C87-C2890AAF46C7}">
      <dgm:prSet/>
      <dgm:spPr/>
      <dgm:t>
        <a:bodyPr/>
        <a:lstStyle/>
        <a:p>
          <a:endParaRPr lang="en-US"/>
        </a:p>
      </dgm:t>
    </dgm:pt>
    <dgm:pt modelId="{93F03BED-E6EB-4286-A539-ECE92655921A}">
      <dgm:prSet/>
      <dgm:spPr/>
      <dgm:t>
        <a:bodyPr/>
        <a:lstStyle/>
        <a:p>
          <a:r>
            <a:rPr lang="en-US"/>
            <a:t>Overloaded methods in a superclass are inherited</a:t>
          </a:r>
        </a:p>
      </dgm:t>
    </dgm:pt>
    <dgm:pt modelId="{45EDCCA4-9D0F-467F-BE3E-45951D6DEE0C}" type="parTrans" cxnId="{DB4BA3D2-B9B5-44AE-A0C1-7304284F0778}">
      <dgm:prSet/>
      <dgm:spPr/>
      <dgm:t>
        <a:bodyPr/>
        <a:lstStyle/>
        <a:p>
          <a:endParaRPr lang="en-US"/>
        </a:p>
      </dgm:t>
    </dgm:pt>
    <dgm:pt modelId="{D3CA5368-F6D6-4C95-9550-3B7B6297140E}" type="sibTrans" cxnId="{DB4BA3D2-B9B5-44AE-A0C1-7304284F0778}">
      <dgm:prSet/>
      <dgm:spPr/>
      <dgm:t>
        <a:bodyPr/>
        <a:lstStyle/>
        <a:p>
          <a:endParaRPr lang="en-US"/>
        </a:p>
      </dgm:t>
    </dgm:pt>
    <dgm:pt modelId="{6A25FE76-AA17-465B-B747-4F92BEF00B6C}">
      <dgm:prSet/>
      <dgm:spPr/>
      <dgm:t>
        <a:bodyPr/>
        <a:lstStyle/>
        <a:p>
          <a:r>
            <a:rPr lang="en-US"/>
            <a:t>Can be prevented using final</a:t>
          </a:r>
        </a:p>
      </dgm:t>
    </dgm:pt>
    <dgm:pt modelId="{34A71591-F247-43BA-9F10-17FEA12E580B}" type="parTrans" cxnId="{09DDCB28-DC8E-4ACB-B17D-1E4E248A1816}">
      <dgm:prSet/>
      <dgm:spPr/>
      <dgm:t>
        <a:bodyPr/>
        <a:lstStyle/>
        <a:p>
          <a:endParaRPr lang="en-US"/>
        </a:p>
      </dgm:t>
    </dgm:pt>
    <dgm:pt modelId="{761FCE8F-A62A-4793-A861-42F74C222018}" type="sibTrans" cxnId="{09DDCB28-DC8E-4ACB-B17D-1E4E248A1816}">
      <dgm:prSet/>
      <dgm:spPr/>
      <dgm:t>
        <a:bodyPr/>
        <a:lstStyle/>
        <a:p>
          <a:endParaRPr lang="en-US"/>
        </a:p>
      </dgm:t>
    </dgm:pt>
    <dgm:pt modelId="{C85AF2A0-4E1F-489B-B0E1-4C6B096F4715}" type="pres">
      <dgm:prSet presAssocID="{8529F09C-4140-4790-B0F9-C24CBC398F0C}" presName="linear" presStyleCnt="0">
        <dgm:presLayoutVars>
          <dgm:animLvl val="lvl"/>
          <dgm:resizeHandles val="exact"/>
        </dgm:presLayoutVars>
      </dgm:prSet>
      <dgm:spPr/>
    </dgm:pt>
    <dgm:pt modelId="{ED39A999-D73A-4462-8222-B5856F13C157}" type="pres">
      <dgm:prSet presAssocID="{27DDE60D-DCD4-41C7-BF7B-7AEDF37564A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43CA8E2-222A-450D-8707-FC392F3A064C}" type="pres">
      <dgm:prSet presAssocID="{27DDE60D-DCD4-41C7-BF7B-7AEDF37564AC}" presName="childText" presStyleLbl="revTx" presStyleIdx="0" presStyleCnt="2">
        <dgm:presLayoutVars>
          <dgm:bulletEnabled val="1"/>
        </dgm:presLayoutVars>
      </dgm:prSet>
      <dgm:spPr/>
    </dgm:pt>
    <dgm:pt modelId="{7A5748E4-941E-4156-99F9-A34458935619}" type="pres">
      <dgm:prSet presAssocID="{A6634285-70DA-434C-85AA-A1A7A2D5125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D74F347-33F6-4ACD-8F2D-2BDA5CF876FE}" type="pres">
      <dgm:prSet presAssocID="{A6634285-70DA-434C-85AA-A1A7A2D5125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5F6AC09-D440-4E5B-8C65-48F8F37F99AB}" srcId="{A6634285-70DA-434C-85AA-A1A7A2D51254}" destId="{3BB49D9B-76A1-4D89-A20C-1E6FD86D2641}" srcOrd="2" destOrd="0" parTransId="{343349F1-A569-4464-BCFF-BC15D0334B07}" sibTransId="{79A4CA2B-8859-42DD-AE50-4FF0B3264F28}"/>
    <dgm:cxn modelId="{CF508622-3F08-40EB-8322-939EBA266B66}" type="presOf" srcId="{B21842C9-7440-40DA-B464-0A4E8285E0C2}" destId="{DD74F347-33F6-4ACD-8F2D-2BDA5CF876FE}" srcOrd="0" destOrd="3" presId="urn:microsoft.com/office/officeart/2005/8/layout/vList2"/>
    <dgm:cxn modelId="{09DDCB28-DC8E-4ACB-B17D-1E4E248A1816}" srcId="{A6634285-70DA-434C-85AA-A1A7A2D51254}" destId="{6A25FE76-AA17-465B-B747-4F92BEF00B6C}" srcOrd="5" destOrd="0" parTransId="{34A71591-F247-43BA-9F10-17FEA12E580B}" sibTransId="{761FCE8F-A62A-4793-A861-42F74C222018}"/>
    <dgm:cxn modelId="{B59F5E29-9586-4A00-8B05-8E90056132BF}" srcId="{27DDE60D-DCD4-41C7-BF7B-7AEDF37564AC}" destId="{8FBBE374-0F9D-4A29-A9E4-122C30E0949A}" srcOrd="0" destOrd="0" parTransId="{BE51F2A4-328C-487F-9D3A-291AD2FA7EA5}" sibTransId="{DFDC2D0A-436F-4E76-BD2B-62117A417F71}"/>
    <dgm:cxn modelId="{CA2A9333-EC1D-42C1-A59C-854DDF665A0F}" type="presOf" srcId="{5DF15FC2-D92F-48A0-8840-2030C7FC5CC3}" destId="{DD74F347-33F6-4ACD-8F2D-2BDA5CF876FE}" srcOrd="0" destOrd="1" presId="urn:microsoft.com/office/officeart/2005/8/layout/vList2"/>
    <dgm:cxn modelId="{2F641F3E-2497-40B1-B8F0-205D473E261E}" type="presOf" srcId="{8FBBE374-0F9D-4A29-A9E4-122C30E0949A}" destId="{443CA8E2-222A-450D-8707-FC392F3A064C}" srcOrd="0" destOrd="0" presId="urn:microsoft.com/office/officeart/2005/8/layout/vList2"/>
    <dgm:cxn modelId="{291D5A41-A508-4D3E-BD9A-091F94B6297C}" srcId="{27DDE60D-DCD4-41C7-BF7B-7AEDF37564AC}" destId="{F9EA4AFA-8899-432B-874C-136A20D0B3D1}" srcOrd="2" destOrd="0" parTransId="{ABAB5968-DDCC-44EF-A338-E66DBBDAB075}" sibTransId="{1F09E35D-28CE-4E93-9616-8D6DC9FC8477}"/>
    <dgm:cxn modelId="{C87CE241-6C7D-410A-BF5F-B09F69215FD2}" type="presOf" srcId="{93F03BED-E6EB-4286-A539-ECE92655921A}" destId="{DD74F347-33F6-4ACD-8F2D-2BDA5CF876FE}" srcOrd="0" destOrd="4" presId="urn:microsoft.com/office/officeart/2005/8/layout/vList2"/>
    <dgm:cxn modelId="{2BE4E463-AE8F-4C3C-BD59-693B2E90E8C5}" type="presOf" srcId="{6A25FE76-AA17-465B-B747-4F92BEF00B6C}" destId="{DD74F347-33F6-4ACD-8F2D-2BDA5CF876FE}" srcOrd="0" destOrd="5" presId="urn:microsoft.com/office/officeart/2005/8/layout/vList2"/>
    <dgm:cxn modelId="{281AB264-6066-45C9-BFFC-B3CA56CFEBD8}" srcId="{27DDE60D-DCD4-41C7-BF7B-7AEDF37564AC}" destId="{0708F169-7CE6-4180-9F04-64E6283A0F5E}" srcOrd="1" destOrd="0" parTransId="{A64DD492-E5B2-4EB8-B1C6-C09B89894ED5}" sibTransId="{14967A49-0648-47F5-91DC-4B1CE9AA124C}"/>
    <dgm:cxn modelId="{56C7364F-3DE1-4C2D-9AF9-1AFBA6557FFB}" srcId="{A6634285-70DA-434C-85AA-A1A7A2D51254}" destId="{BBD10349-1182-451F-A49F-9F5C5FF836C9}" srcOrd="0" destOrd="0" parTransId="{15CB7412-BB94-4458-B8EB-89E5A3B2A3CE}" sibTransId="{3E5FFF95-25F2-4A43-A8C8-97486939AB21}"/>
    <dgm:cxn modelId="{F626CC52-775B-4A0A-B06F-90B9F2F67C6C}" type="presOf" srcId="{F9EA4AFA-8899-432B-874C-136A20D0B3D1}" destId="{443CA8E2-222A-450D-8707-FC392F3A064C}" srcOrd="0" destOrd="2" presId="urn:microsoft.com/office/officeart/2005/8/layout/vList2"/>
    <dgm:cxn modelId="{D0BE6453-472F-4886-87A5-2409DC669F66}" srcId="{8529F09C-4140-4790-B0F9-C24CBC398F0C}" destId="{A6634285-70DA-434C-85AA-A1A7A2D51254}" srcOrd="1" destOrd="0" parTransId="{51230DDA-E5BC-49A9-830D-333792276F7F}" sibTransId="{A3E6F84A-C297-404E-8483-5C340DF16BA5}"/>
    <dgm:cxn modelId="{99073A78-A486-4B93-9D5F-11C3D9F5B2E0}" srcId="{A6634285-70DA-434C-85AA-A1A7A2D51254}" destId="{5DF15FC2-D92F-48A0-8840-2030C7FC5CC3}" srcOrd="1" destOrd="0" parTransId="{F51FA50F-F716-465F-95D3-CC4E55C5441D}" sibTransId="{9983F51A-9F54-46A4-9645-A20F7490080A}"/>
    <dgm:cxn modelId="{F207E48D-F730-4819-89EA-D2F91D5A849A}" type="presOf" srcId="{A6634285-70DA-434C-85AA-A1A7A2D51254}" destId="{7A5748E4-941E-4156-99F9-A34458935619}" srcOrd="0" destOrd="0" presId="urn:microsoft.com/office/officeart/2005/8/layout/vList2"/>
    <dgm:cxn modelId="{02D3448F-73D9-484C-9643-3E3F70928075}" type="presOf" srcId="{BBD10349-1182-451F-A49F-9F5C5FF836C9}" destId="{DD74F347-33F6-4ACD-8F2D-2BDA5CF876FE}" srcOrd="0" destOrd="0" presId="urn:microsoft.com/office/officeart/2005/8/layout/vList2"/>
    <dgm:cxn modelId="{2E9F539A-9BC0-4CE9-80CD-D559B4BB3600}" type="presOf" srcId="{3BB49D9B-76A1-4D89-A20C-1E6FD86D2641}" destId="{DD74F347-33F6-4ACD-8F2D-2BDA5CF876FE}" srcOrd="0" destOrd="2" presId="urn:microsoft.com/office/officeart/2005/8/layout/vList2"/>
    <dgm:cxn modelId="{395F40B2-7476-4DE3-9C87-C2890AAF46C7}" srcId="{A6634285-70DA-434C-85AA-A1A7A2D51254}" destId="{B21842C9-7440-40DA-B464-0A4E8285E0C2}" srcOrd="3" destOrd="0" parTransId="{DC103F26-2E45-4D71-90D0-5C310DE504ED}" sibTransId="{86635A44-7EE3-4590-ACFD-2E85CA602E01}"/>
    <dgm:cxn modelId="{F0FC42B9-B894-4944-A14A-565A73C37469}" type="presOf" srcId="{8529F09C-4140-4790-B0F9-C24CBC398F0C}" destId="{C85AF2A0-4E1F-489B-B0E1-4C6B096F4715}" srcOrd="0" destOrd="0" presId="urn:microsoft.com/office/officeart/2005/8/layout/vList2"/>
    <dgm:cxn modelId="{62B35CC0-A261-416F-B95B-C3DC3E81C25F}" type="presOf" srcId="{0708F169-7CE6-4180-9F04-64E6283A0F5E}" destId="{443CA8E2-222A-450D-8707-FC392F3A064C}" srcOrd="0" destOrd="1" presId="urn:microsoft.com/office/officeart/2005/8/layout/vList2"/>
    <dgm:cxn modelId="{E2A395C7-4C62-45EC-B022-3CE468C91B62}" type="presOf" srcId="{27DDE60D-DCD4-41C7-BF7B-7AEDF37564AC}" destId="{ED39A999-D73A-4462-8222-B5856F13C157}" srcOrd="0" destOrd="0" presId="urn:microsoft.com/office/officeart/2005/8/layout/vList2"/>
    <dgm:cxn modelId="{DB4BA3D2-B9B5-44AE-A0C1-7304284F0778}" srcId="{A6634285-70DA-434C-85AA-A1A7A2D51254}" destId="{93F03BED-E6EB-4286-A539-ECE92655921A}" srcOrd="4" destOrd="0" parTransId="{45EDCCA4-9D0F-467F-BE3E-45951D6DEE0C}" sibTransId="{D3CA5368-F6D6-4C95-9550-3B7B6297140E}"/>
    <dgm:cxn modelId="{4F2DCAD6-8B05-4BE0-9DB0-FDAA2E53B99B}" srcId="{8529F09C-4140-4790-B0F9-C24CBC398F0C}" destId="{27DDE60D-DCD4-41C7-BF7B-7AEDF37564AC}" srcOrd="0" destOrd="0" parTransId="{DA9AEC46-3A9F-4AAB-BEA3-AF59EE46DDF6}" sibTransId="{056FEFBB-9067-4084-9C95-368F8066B47A}"/>
    <dgm:cxn modelId="{5C99700B-1518-486D-814B-10C6A6E36AC9}" type="presParOf" srcId="{C85AF2A0-4E1F-489B-B0E1-4C6B096F4715}" destId="{ED39A999-D73A-4462-8222-B5856F13C157}" srcOrd="0" destOrd="0" presId="urn:microsoft.com/office/officeart/2005/8/layout/vList2"/>
    <dgm:cxn modelId="{934B5550-41FC-4BA5-A286-59CD54B4A88F}" type="presParOf" srcId="{C85AF2A0-4E1F-489B-B0E1-4C6B096F4715}" destId="{443CA8E2-222A-450D-8707-FC392F3A064C}" srcOrd="1" destOrd="0" presId="urn:microsoft.com/office/officeart/2005/8/layout/vList2"/>
    <dgm:cxn modelId="{CC169CC9-187A-414D-A93C-6B21B9E7D757}" type="presParOf" srcId="{C85AF2A0-4E1F-489B-B0E1-4C6B096F4715}" destId="{7A5748E4-941E-4156-99F9-A34458935619}" srcOrd="2" destOrd="0" presId="urn:microsoft.com/office/officeart/2005/8/layout/vList2"/>
    <dgm:cxn modelId="{CCD08AF3-C037-481B-9CDC-1B95EE42F8B3}" type="presParOf" srcId="{C85AF2A0-4E1F-489B-B0E1-4C6B096F4715}" destId="{DD74F347-33F6-4ACD-8F2D-2BDA5CF876F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FFD72CA-D555-49F8-9232-8DC2A9BAE036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C6BE278-5AFF-48D3-95CC-481208869C9B}">
      <dgm:prSet/>
      <dgm:spPr/>
      <dgm:t>
        <a:bodyPr/>
        <a:lstStyle/>
        <a:p>
          <a:r>
            <a:rPr lang="en-US" dirty="0"/>
            <a:t>Compile-Time</a:t>
          </a:r>
        </a:p>
      </dgm:t>
    </dgm:pt>
    <dgm:pt modelId="{5FA73175-1F48-44AF-82BE-ECA611978E11}" type="parTrans" cxnId="{5A73E7C2-2601-4B0A-AA9D-EECA3040238F}">
      <dgm:prSet/>
      <dgm:spPr/>
      <dgm:t>
        <a:bodyPr/>
        <a:lstStyle/>
        <a:p>
          <a:endParaRPr lang="en-US"/>
        </a:p>
      </dgm:t>
    </dgm:pt>
    <dgm:pt modelId="{B6600230-FF64-4A94-885D-F332F0B0BC0F}" type="sibTrans" cxnId="{5A73E7C2-2601-4B0A-AA9D-EECA3040238F}">
      <dgm:prSet/>
      <dgm:spPr/>
      <dgm:t>
        <a:bodyPr/>
        <a:lstStyle/>
        <a:p>
          <a:endParaRPr lang="en-US"/>
        </a:p>
      </dgm:t>
    </dgm:pt>
    <dgm:pt modelId="{9C8DDD6D-EB14-482E-9F85-18F08A7D4450}">
      <dgm:prSet/>
      <dgm:spPr/>
      <dgm:t>
        <a:bodyPr/>
        <a:lstStyle/>
        <a:p>
          <a:r>
            <a:rPr lang="en-US" dirty="0"/>
            <a:t>Static binding or early binding</a:t>
          </a:r>
        </a:p>
      </dgm:t>
    </dgm:pt>
    <dgm:pt modelId="{6D1CA7E8-8A44-435D-97A7-F326D7F15C98}" type="parTrans" cxnId="{A195BFB6-0218-401F-8586-E9C396CBDA32}">
      <dgm:prSet/>
      <dgm:spPr/>
      <dgm:t>
        <a:bodyPr/>
        <a:lstStyle/>
        <a:p>
          <a:endParaRPr lang="en-US"/>
        </a:p>
      </dgm:t>
    </dgm:pt>
    <dgm:pt modelId="{F2CCCA7C-25FB-4676-92F0-4E2AC7A9DB74}" type="sibTrans" cxnId="{A195BFB6-0218-401F-8586-E9C396CBDA32}">
      <dgm:prSet/>
      <dgm:spPr/>
      <dgm:t>
        <a:bodyPr/>
        <a:lstStyle/>
        <a:p>
          <a:endParaRPr lang="en-US"/>
        </a:p>
      </dgm:t>
    </dgm:pt>
    <dgm:pt modelId="{95638E90-375F-4269-8704-E78A1BC0D0EC}">
      <dgm:prSet/>
      <dgm:spPr/>
      <dgm:t>
        <a:bodyPr/>
        <a:lstStyle/>
        <a:p>
          <a:r>
            <a:rPr lang="en-US" dirty="0"/>
            <a:t>Runtime</a:t>
          </a:r>
        </a:p>
      </dgm:t>
    </dgm:pt>
    <dgm:pt modelId="{DD3F7143-2A08-46F2-B715-698456A9B3A8}" type="parTrans" cxnId="{B6F1B086-5C86-49AA-A847-162B57260155}">
      <dgm:prSet/>
      <dgm:spPr/>
      <dgm:t>
        <a:bodyPr/>
        <a:lstStyle/>
        <a:p>
          <a:endParaRPr lang="en-US"/>
        </a:p>
      </dgm:t>
    </dgm:pt>
    <dgm:pt modelId="{B712AA25-A7B3-4B11-A8E8-DA08B01948E9}" type="sibTrans" cxnId="{B6F1B086-5C86-49AA-A847-162B57260155}">
      <dgm:prSet/>
      <dgm:spPr/>
      <dgm:t>
        <a:bodyPr/>
        <a:lstStyle/>
        <a:p>
          <a:endParaRPr lang="en-US"/>
        </a:p>
      </dgm:t>
    </dgm:pt>
    <dgm:pt modelId="{B5926A74-8D97-4094-90C9-909FB4130DCA}">
      <dgm:prSet/>
      <dgm:spPr/>
      <dgm:t>
        <a:bodyPr/>
        <a:lstStyle/>
        <a:p>
          <a:r>
            <a:rPr lang="en-US" dirty="0"/>
            <a:t>Dynamic binding or late binding</a:t>
          </a:r>
        </a:p>
      </dgm:t>
    </dgm:pt>
    <dgm:pt modelId="{32B1AFEA-CE54-4400-B999-66DC315767DA}" type="parTrans" cxnId="{E7F35521-DB70-4C3C-A56E-71069FA28704}">
      <dgm:prSet/>
      <dgm:spPr/>
      <dgm:t>
        <a:bodyPr/>
        <a:lstStyle/>
        <a:p>
          <a:endParaRPr lang="en-US"/>
        </a:p>
      </dgm:t>
    </dgm:pt>
    <dgm:pt modelId="{EDC28219-B98F-4D8B-A985-37DEBC1C382E}" type="sibTrans" cxnId="{E7F35521-DB70-4C3C-A56E-71069FA28704}">
      <dgm:prSet/>
      <dgm:spPr/>
      <dgm:t>
        <a:bodyPr/>
        <a:lstStyle/>
        <a:p>
          <a:endParaRPr lang="en-US"/>
        </a:p>
      </dgm:t>
    </dgm:pt>
    <dgm:pt modelId="{DE00D428-85FA-486E-9EC5-62B3A31D71FD}">
      <dgm:prSet/>
      <dgm:spPr/>
      <dgm:t>
        <a:bodyPr/>
        <a:lstStyle/>
        <a:p>
          <a:r>
            <a:rPr lang="en-US" dirty="0"/>
            <a:t>The compiler resolves method calls</a:t>
          </a:r>
        </a:p>
      </dgm:t>
    </dgm:pt>
    <dgm:pt modelId="{EEDE6686-FFF7-4F70-A6B4-3083DEADA45A}" type="parTrans" cxnId="{45536CFD-55DD-46A7-9D84-6EA311BE7920}">
      <dgm:prSet/>
      <dgm:spPr/>
      <dgm:t>
        <a:bodyPr/>
        <a:lstStyle/>
        <a:p>
          <a:endParaRPr lang="en-US"/>
        </a:p>
      </dgm:t>
    </dgm:pt>
    <dgm:pt modelId="{E2690FCD-5E3C-4B5E-ADCF-160171D03E0E}" type="sibTrans" cxnId="{45536CFD-55DD-46A7-9D84-6EA311BE7920}">
      <dgm:prSet/>
      <dgm:spPr/>
      <dgm:t>
        <a:bodyPr/>
        <a:lstStyle/>
        <a:p>
          <a:endParaRPr lang="en-US"/>
        </a:p>
      </dgm:t>
    </dgm:pt>
    <dgm:pt modelId="{9512DBE9-07FE-48C8-A109-55C48BFA7E1B}">
      <dgm:prSet/>
      <dgm:spPr/>
      <dgm:t>
        <a:bodyPr/>
        <a:lstStyle/>
        <a:p>
          <a:r>
            <a:rPr lang="en-US" dirty="0"/>
            <a:t>Method overloading</a:t>
          </a:r>
        </a:p>
      </dgm:t>
    </dgm:pt>
    <dgm:pt modelId="{06D08943-05C9-4989-9D9F-A70B4C1DCFDA}" type="parTrans" cxnId="{96849889-C00A-4306-B692-7AE675B262C9}">
      <dgm:prSet/>
      <dgm:spPr/>
      <dgm:t>
        <a:bodyPr/>
        <a:lstStyle/>
        <a:p>
          <a:endParaRPr lang="en-US"/>
        </a:p>
      </dgm:t>
    </dgm:pt>
    <dgm:pt modelId="{1B76EAB6-3A08-4913-AC24-CCE4E2D78316}" type="sibTrans" cxnId="{96849889-C00A-4306-B692-7AE675B262C9}">
      <dgm:prSet/>
      <dgm:spPr/>
      <dgm:t>
        <a:bodyPr/>
        <a:lstStyle/>
        <a:p>
          <a:endParaRPr lang="en-US"/>
        </a:p>
      </dgm:t>
    </dgm:pt>
    <dgm:pt modelId="{2E166AB4-14A7-473C-BD75-E364D7DEC826}">
      <dgm:prSet/>
      <dgm:spPr/>
      <dgm:t>
        <a:bodyPr/>
        <a:lstStyle/>
        <a:p>
          <a:r>
            <a:rPr lang="en-US"/>
            <a:t>Fast execution because it has already determined the method to execute</a:t>
          </a:r>
          <a:endParaRPr lang="en-US" dirty="0"/>
        </a:p>
      </dgm:t>
    </dgm:pt>
    <dgm:pt modelId="{09ACF4C6-E0A4-4BCA-8478-B6797FEB4EE5}" type="parTrans" cxnId="{7DA4B767-5673-44FD-9367-AC740B5FB76D}">
      <dgm:prSet/>
      <dgm:spPr/>
      <dgm:t>
        <a:bodyPr/>
        <a:lstStyle/>
        <a:p>
          <a:endParaRPr lang="en-US"/>
        </a:p>
      </dgm:t>
    </dgm:pt>
    <dgm:pt modelId="{36379677-BA9D-48FC-B9C4-EA492CF889AD}" type="sibTrans" cxnId="{7DA4B767-5673-44FD-9367-AC740B5FB76D}">
      <dgm:prSet/>
      <dgm:spPr/>
      <dgm:t>
        <a:bodyPr/>
        <a:lstStyle/>
        <a:p>
          <a:endParaRPr lang="en-US"/>
        </a:p>
      </dgm:t>
    </dgm:pt>
    <dgm:pt modelId="{F37C20E0-2129-4676-B46B-DCFEBF8A4D05}">
      <dgm:prSet/>
      <dgm:spPr/>
      <dgm:t>
        <a:bodyPr/>
        <a:lstStyle/>
        <a:p>
          <a:r>
            <a:rPr lang="en-US"/>
            <a:t>Inheritance not involved</a:t>
          </a:r>
          <a:endParaRPr lang="en-US" dirty="0"/>
        </a:p>
      </dgm:t>
    </dgm:pt>
    <dgm:pt modelId="{0348BA6F-2CC0-41B8-8D64-62909341008E}" type="parTrans" cxnId="{307B06CC-2C6D-456A-A3E9-55C56621DAE2}">
      <dgm:prSet/>
      <dgm:spPr/>
      <dgm:t>
        <a:bodyPr/>
        <a:lstStyle/>
        <a:p>
          <a:endParaRPr lang="en-US"/>
        </a:p>
      </dgm:t>
    </dgm:pt>
    <dgm:pt modelId="{35B249A9-5F64-49C4-A82F-485076E9B7FF}" type="sibTrans" cxnId="{307B06CC-2C6D-456A-A3E9-55C56621DAE2}">
      <dgm:prSet/>
      <dgm:spPr/>
      <dgm:t>
        <a:bodyPr/>
        <a:lstStyle/>
        <a:p>
          <a:endParaRPr lang="en-US"/>
        </a:p>
      </dgm:t>
    </dgm:pt>
    <dgm:pt modelId="{A49CA14D-6B5E-4DB3-9AD2-79B4BF2E64F2}">
      <dgm:prSet/>
      <dgm:spPr/>
      <dgm:t>
        <a:bodyPr/>
        <a:lstStyle/>
        <a:p>
          <a:r>
            <a:rPr lang="en-US"/>
            <a:t>Calls resolved during execution</a:t>
          </a:r>
          <a:endParaRPr lang="en-US" dirty="0"/>
        </a:p>
      </dgm:t>
    </dgm:pt>
    <dgm:pt modelId="{78BD0B6B-99EB-415B-9204-420FD78334ED}" type="parTrans" cxnId="{7020D945-0ECD-4F99-8DD3-543864C86931}">
      <dgm:prSet/>
      <dgm:spPr/>
      <dgm:t>
        <a:bodyPr/>
        <a:lstStyle/>
        <a:p>
          <a:endParaRPr lang="en-US"/>
        </a:p>
      </dgm:t>
    </dgm:pt>
    <dgm:pt modelId="{FA36AD9E-4DBE-4EB0-87FA-E52A9D87BD13}" type="sibTrans" cxnId="{7020D945-0ECD-4F99-8DD3-543864C86931}">
      <dgm:prSet/>
      <dgm:spPr/>
      <dgm:t>
        <a:bodyPr/>
        <a:lstStyle/>
        <a:p>
          <a:endParaRPr lang="en-US"/>
        </a:p>
      </dgm:t>
    </dgm:pt>
    <dgm:pt modelId="{595485EE-859B-4D62-871B-BD1A35AB3315}">
      <dgm:prSet/>
      <dgm:spPr/>
      <dgm:t>
        <a:bodyPr/>
        <a:lstStyle/>
        <a:p>
          <a:r>
            <a:rPr lang="en-US"/>
            <a:t>Method overriding</a:t>
          </a:r>
          <a:endParaRPr lang="en-US" dirty="0"/>
        </a:p>
      </dgm:t>
    </dgm:pt>
    <dgm:pt modelId="{2BC318BA-2157-4530-9009-EF8F2232202F}" type="parTrans" cxnId="{C9197E85-2E8F-4437-B426-7038394B6146}">
      <dgm:prSet/>
      <dgm:spPr/>
      <dgm:t>
        <a:bodyPr/>
        <a:lstStyle/>
        <a:p>
          <a:endParaRPr lang="en-US"/>
        </a:p>
      </dgm:t>
    </dgm:pt>
    <dgm:pt modelId="{9DD51C12-8CED-46C3-861C-485BB5459FD8}" type="sibTrans" cxnId="{C9197E85-2E8F-4437-B426-7038394B6146}">
      <dgm:prSet/>
      <dgm:spPr/>
      <dgm:t>
        <a:bodyPr/>
        <a:lstStyle/>
        <a:p>
          <a:endParaRPr lang="en-US"/>
        </a:p>
      </dgm:t>
    </dgm:pt>
    <dgm:pt modelId="{D0E2866A-DC35-4D99-8AD4-BB4873C52095}">
      <dgm:prSet/>
      <dgm:spPr/>
      <dgm:t>
        <a:bodyPr/>
        <a:lstStyle/>
        <a:p>
          <a:r>
            <a:rPr lang="en-US"/>
            <a:t>Slower execution because the determination of methods occurs during execution</a:t>
          </a:r>
          <a:endParaRPr lang="en-US" dirty="0"/>
        </a:p>
      </dgm:t>
    </dgm:pt>
    <dgm:pt modelId="{A8734284-A29E-4A35-84CC-68BB5E74632E}" type="parTrans" cxnId="{3A56A332-AF1E-4CAE-B7DD-07DFD1A69FFA}">
      <dgm:prSet/>
      <dgm:spPr/>
      <dgm:t>
        <a:bodyPr/>
        <a:lstStyle/>
        <a:p>
          <a:endParaRPr lang="en-US"/>
        </a:p>
      </dgm:t>
    </dgm:pt>
    <dgm:pt modelId="{0F625D92-3E0B-4270-B4CE-F167B32A85F2}" type="sibTrans" cxnId="{3A56A332-AF1E-4CAE-B7DD-07DFD1A69FFA}">
      <dgm:prSet/>
      <dgm:spPr/>
      <dgm:t>
        <a:bodyPr/>
        <a:lstStyle/>
        <a:p>
          <a:endParaRPr lang="en-US"/>
        </a:p>
      </dgm:t>
    </dgm:pt>
    <dgm:pt modelId="{122BA91B-D5C9-4CBD-AD39-8B1D95DAC8A1}">
      <dgm:prSet/>
      <dgm:spPr/>
      <dgm:t>
        <a:bodyPr/>
        <a:lstStyle/>
        <a:p>
          <a:r>
            <a:rPr lang="en-US" dirty="0"/>
            <a:t>Inheritance involved</a:t>
          </a:r>
        </a:p>
      </dgm:t>
    </dgm:pt>
    <dgm:pt modelId="{80734FC2-D153-4C16-B2ED-5A371A38060C}" type="parTrans" cxnId="{CE2B72E9-285E-4736-9CA6-DD9688671C06}">
      <dgm:prSet/>
      <dgm:spPr/>
      <dgm:t>
        <a:bodyPr/>
        <a:lstStyle/>
        <a:p>
          <a:endParaRPr lang="en-US"/>
        </a:p>
      </dgm:t>
    </dgm:pt>
    <dgm:pt modelId="{1E989F47-E873-4D7E-928E-41FEBE22EA5B}" type="sibTrans" cxnId="{CE2B72E9-285E-4736-9CA6-DD9688671C06}">
      <dgm:prSet/>
      <dgm:spPr/>
      <dgm:t>
        <a:bodyPr/>
        <a:lstStyle/>
        <a:p>
          <a:endParaRPr lang="en-US"/>
        </a:p>
      </dgm:t>
    </dgm:pt>
    <dgm:pt modelId="{9598695E-2791-4DD3-89FB-6B38DFD7F86D}" type="pres">
      <dgm:prSet presAssocID="{6FFD72CA-D555-49F8-9232-8DC2A9BAE036}" presName="linear" presStyleCnt="0">
        <dgm:presLayoutVars>
          <dgm:animLvl val="lvl"/>
          <dgm:resizeHandles val="exact"/>
        </dgm:presLayoutVars>
      </dgm:prSet>
      <dgm:spPr/>
    </dgm:pt>
    <dgm:pt modelId="{9706EA91-7B2F-4402-A2CD-76CE708890DC}" type="pres">
      <dgm:prSet presAssocID="{CC6BE278-5AFF-48D3-95CC-481208869C9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05769CD-0820-4B87-9C6F-5276420AA089}" type="pres">
      <dgm:prSet presAssocID="{CC6BE278-5AFF-48D3-95CC-481208869C9B}" presName="childText" presStyleLbl="revTx" presStyleIdx="0" presStyleCnt="2">
        <dgm:presLayoutVars>
          <dgm:bulletEnabled val="1"/>
        </dgm:presLayoutVars>
      </dgm:prSet>
      <dgm:spPr/>
    </dgm:pt>
    <dgm:pt modelId="{D429D402-A797-4C2A-85F1-51370E538A90}" type="pres">
      <dgm:prSet presAssocID="{95638E90-375F-4269-8704-E78A1BC0D0E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B2B1794-9EB5-4B91-94C0-58745D58F38F}" type="pres">
      <dgm:prSet presAssocID="{95638E90-375F-4269-8704-E78A1BC0D0E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DB7850C-1F5B-4FFB-B0D7-3D2C6DCE566C}" type="presOf" srcId="{9C8DDD6D-EB14-482E-9F85-18F08A7D4450}" destId="{405769CD-0820-4B87-9C6F-5276420AA089}" srcOrd="0" destOrd="0" presId="urn:microsoft.com/office/officeart/2005/8/layout/vList2"/>
    <dgm:cxn modelId="{E7F35521-DB70-4C3C-A56E-71069FA28704}" srcId="{95638E90-375F-4269-8704-E78A1BC0D0EC}" destId="{B5926A74-8D97-4094-90C9-909FB4130DCA}" srcOrd="0" destOrd="0" parTransId="{32B1AFEA-CE54-4400-B999-66DC315767DA}" sibTransId="{EDC28219-B98F-4D8B-A985-37DEBC1C382E}"/>
    <dgm:cxn modelId="{54216131-BB3C-4D18-8DC1-71D90292925B}" type="presOf" srcId="{6FFD72CA-D555-49F8-9232-8DC2A9BAE036}" destId="{9598695E-2791-4DD3-89FB-6B38DFD7F86D}" srcOrd="0" destOrd="0" presId="urn:microsoft.com/office/officeart/2005/8/layout/vList2"/>
    <dgm:cxn modelId="{3A56A332-AF1E-4CAE-B7DD-07DFD1A69FFA}" srcId="{95638E90-375F-4269-8704-E78A1BC0D0EC}" destId="{D0E2866A-DC35-4D99-8AD4-BB4873C52095}" srcOrd="3" destOrd="0" parTransId="{A8734284-A29E-4A35-84CC-68BB5E74632E}" sibTransId="{0F625D92-3E0B-4270-B4CE-F167B32A85F2}"/>
    <dgm:cxn modelId="{8FD54437-4C59-49B8-BD79-A9BDA180FBCF}" type="presOf" srcId="{122BA91B-D5C9-4CBD-AD39-8B1D95DAC8A1}" destId="{0B2B1794-9EB5-4B91-94C0-58745D58F38F}" srcOrd="0" destOrd="4" presId="urn:microsoft.com/office/officeart/2005/8/layout/vList2"/>
    <dgm:cxn modelId="{2B51A43D-710D-4C78-ABAE-7B38F7F0542E}" type="presOf" srcId="{2E166AB4-14A7-473C-BD75-E364D7DEC826}" destId="{405769CD-0820-4B87-9C6F-5276420AA089}" srcOrd="0" destOrd="3" presId="urn:microsoft.com/office/officeart/2005/8/layout/vList2"/>
    <dgm:cxn modelId="{7C9EB15E-34B8-4A6D-A9DC-8E7E6ED2A278}" type="presOf" srcId="{95638E90-375F-4269-8704-E78A1BC0D0EC}" destId="{D429D402-A797-4C2A-85F1-51370E538A90}" srcOrd="0" destOrd="0" presId="urn:microsoft.com/office/officeart/2005/8/layout/vList2"/>
    <dgm:cxn modelId="{CFE3D85E-4036-4794-8418-BA9C1C07F4C5}" type="presOf" srcId="{D0E2866A-DC35-4D99-8AD4-BB4873C52095}" destId="{0B2B1794-9EB5-4B91-94C0-58745D58F38F}" srcOrd="0" destOrd="3" presId="urn:microsoft.com/office/officeart/2005/8/layout/vList2"/>
    <dgm:cxn modelId="{57DCD565-0F19-4878-846C-04A390C87AD3}" type="presOf" srcId="{A49CA14D-6B5E-4DB3-9AD2-79B4BF2E64F2}" destId="{0B2B1794-9EB5-4B91-94C0-58745D58F38F}" srcOrd="0" destOrd="1" presId="urn:microsoft.com/office/officeart/2005/8/layout/vList2"/>
    <dgm:cxn modelId="{7020D945-0ECD-4F99-8DD3-543864C86931}" srcId="{95638E90-375F-4269-8704-E78A1BC0D0EC}" destId="{A49CA14D-6B5E-4DB3-9AD2-79B4BF2E64F2}" srcOrd="1" destOrd="0" parTransId="{78BD0B6B-99EB-415B-9204-420FD78334ED}" sibTransId="{FA36AD9E-4DBE-4EB0-87FA-E52A9D87BD13}"/>
    <dgm:cxn modelId="{7DA4B767-5673-44FD-9367-AC740B5FB76D}" srcId="{CC6BE278-5AFF-48D3-95CC-481208869C9B}" destId="{2E166AB4-14A7-473C-BD75-E364D7DEC826}" srcOrd="3" destOrd="0" parTransId="{09ACF4C6-E0A4-4BCA-8478-B6797FEB4EE5}" sibTransId="{36379677-BA9D-48FC-B9C4-EA492CF889AD}"/>
    <dgm:cxn modelId="{8E0F3F69-1A09-46EA-B958-14196D238F0D}" type="presOf" srcId="{595485EE-859B-4D62-871B-BD1A35AB3315}" destId="{0B2B1794-9EB5-4B91-94C0-58745D58F38F}" srcOrd="0" destOrd="2" presId="urn:microsoft.com/office/officeart/2005/8/layout/vList2"/>
    <dgm:cxn modelId="{04AB826F-737D-42E1-8A9C-966A9ACFB29C}" type="presOf" srcId="{9512DBE9-07FE-48C8-A109-55C48BFA7E1B}" destId="{405769CD-0820-4B87-9C6F-5276420AA089}" srcOrd="0" destOrd="2" presId="urn:microsoft.com/office/officeart/2005/8/layout/vList2"/>
    <dgm:cxn modelId="{AEDB5F71-5F47-4CE3-9765-651AD82D2935}" type="presOf" srcId="{B5926A74-8D97-4094-90C9-909FB4130DCA}" destId="{0B2B1794-9EB5-4B91-94C0-58745D58F38F}" srcOrd="0" destOrd="0" presId="urn:microsoft.com/office/officeart/2005/8/layout/vList2"/>
    <dgm:cxn modelId="{F39FF278-94F0-428E-B594-9D8175979ADC}" type="presOf" srcId="{DE00D428-85FA-486E-9EC5-62B3A31D71FD}" destId="{405769CD-0820-4B87-9C6F-5276420AA089}" srcOrd="0" destOrd="1" presId="urn:microsoft.com/office/officeart/2005/8/layout/vList2"/>
    <dgm:cxn modelId="{C9197E85-2E8F-4437-B426-7038394B6146}" srcId="{95638E90-375F-4269-8704-E78A1BC0D0EC}" destId="{595485EE-859B-4D62-871B-BD1A35AB3315}" srcOrd="2" destOrd="0" parTransId="{2BC318BA-2157-4530-9009-EF8F2232202F}" sibTransId="{9DD51C12-8CED-46C3-861C-485BB5459FD8}"/>
    <dgm:cxn modelId="{B6F1B086-5C86-49AA-A847-162B57260155}" srcId="{6FFD72CA-D555-49F8-9232-8DC2A9BAE036}" destId="{95638E90-375F-4269-8704-E78A1BC0D0EC}" srcOrd="1" destOrd="0" parTransId="{DD3F7143-2A08-46F2-B715-698456A9B3A8}" sibTransId="{B712AA25-A7B3-4B11-A8E8-DA08B01948E9}"/>
    <dgm:cxn modelId="{96849889-C00A-4306-B692-7AE675B262C9}" srcId="{CC6BE278-5AFF-48D3-95CC-481208869C9B}" destId="{9512DBE9-07FE-48C8-A109-55C48BFA7E1B}" srcOrd="2" destOrd="0" parTransId="{06D08943-05C9-4989-9D9F-A70B4C1DCFDA}" sibTransId="{1B76EAB6-3A08-4913-AC24-CCE4E2D78316}"/>
    <dgm:cxn modelId="{1F952EA8-6275-4E8C-B914-7FD1867A1557}" type="presOf" srcId="{F37C20E0-2129-4676-B46B-DCFEBF8A4D05}" destId="{405769CD-0820-4B87-9C6F-5276420AA089}" srcOrd="0" destOrd="4" presId="urn:microsoft.com/office/officeart/2005/8/layout/vList2"/>
    <dgm:cxn modelId="{A195BFB6-0218-401F-8586-E9C396CBDA32}" srcId="{CC6BE278-5AFF-48D3-95CC-481208869C9B}" destId="{9C8DDD6D-EB14-482E-9F85-18F08A7D4450}" srcOrd="0" destOrd="0" parTransId="{6D1CA7E8-8A44-435D-97A7-F326D7F15C98}" sibTransId="{F2CCCA7C-25FB-4676-92F0-4E2AC7A9DB74}"/>
    <dgm:cxn modelId="{5A73E7C2-2601-4B0A-AA9D-EECA3040238F}" srcId="{6FFD72CA-D555-49F8-9232-8DC2A9BAE036}" destId="{CC6BE278-5AFF-48D3-95CC-481208869C9B}" srcOrd="0" destOrd="0" parTransId="{5FA73175-1F48-44AF-82BE-ECA611978E11}" sibTransId="{B6600230-FF64-4A94-885D-F332F0B0BC0F}"/>
    <dgm:cxn modelId="{4F306ACA-CBF1-4B2A-B574-E41FFE5F38C8}" type="presOf" srcId="{CC6BE278-5AFF-48D3-95CC-481208869C9B}" destId="{9706EA91-7B2F-4402-A2CD-76CE708890DC}" srcOrd="0" destOrd="0" presId="urn:microsoft.com/office/officeart/2005/8/layout/vList2"/>
    <dgm:cxn modelId="{307B06CC-2C6D-456A-A3E9-55C56621DAE2}" srcId="{CC6BE278-5AFF-48D3-95CC-481208869C9B}" destId="{F37C20E0-2129-4676-B46B-DCFEBF8A4D05}" srcOrd="4" destOrd="0" parTransId="{0348BA6F-2CC0-41B8-8D64-62909341008E}" sibTransId="{35B249A9-5F64-49C4-A82F-485076E9B7FF}"/>
    <dgm:cxn modelId="{CE2B72E9-285E-4736-9CA6-DD9688671C06}" srcId="{95638E90-375F-4269-8704-E78A1BC0D0EC}" destId="{122BA91B-D5C9-4CBD-AD39-8B1D95DAC8A1}" srcOrd="4" destOrd="0" parTransId="{80734FC2-D153-4C16-B2ED-5A371A38060C}" sibTransId="{1E989F47-E873-4D7E-928E-41FEBE22EA5B}"/>
    <dgm:cxn modelId="{45536CFD-55DD-46A7-9D84-6EA311BE7920}" srcId="{CC6BE278-5AFF-48D3-95CC-481208869C9B}" destId="{DE00D428-85FA-486E-9EC5-62B3A31D71FD}" srcOrd="1" destOrd="0" parTransId="{EEDE6686-FFF7-4F70-A6B4-3083DEADA45A}" sibTransId="{E2690FCD-5E3C-4B5E-ADCF-160171D03E0E}"/>
    <dgm:cxn modelId="{CC975B46-7618-4F22-A68F-58ADB2BE879F}" type="presParOf" srcId="{9598695E-2791-4DD3-89FB-6B38DFD7F86D}" destId="{9706EA91-7B2F-4402-A2CD-76CE708890DC}" srcOrd="0" destOrd="0" presId="urn:microsoft.com/office/officeart/2005/8/layout/vList2"/>
    <dgm:cxn modelId="{FA846031-A04E-42AD-975D-3354EB92C6A3}" type="presParOf" srcId="{9598695E-2791-4DD3-89FB-6B38DFD7F86D}" destId="{405769CD-0820-4B87-9C6F-5276420AA089}" srcOrd="1" destOrd="0" presId="urn:microsoft.com/office/officeart/2005/8/layout/vList2"/>
    <dgm:cxn modelId="{0E84D089-C4EB-4DAE-AC23-F40E68AA14B1}" type="presParOf" srcId="{9598695E-2791-4DD3-89FB-6B38DFD7F86D}" destId="{D429D402-A797-4C2A-85F1-51370E538A90}" srcOrd="2" destOrd="0" presId="urn:microsoft.com/office/officeart/2005/8/layout/vList2"/>
    <dgm:cxn modelId="{6A2DF562-F00E-4086-A00B-B646AC7CA9E2}" type="presParOf" srcId="{9598695E-2791-4DD3-89FB-6B38DFD7F86D}" destId="{0B2B1794-9EB5-4B91-94C0-58745D58F38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FFD72CA-D555-49F8-9232-8DC2A9BAE036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C6BE278-5AFF-48D3-95CC-481208869C9B}">
      <dgm:prSet/>
      <dgm:spPr/>
      <dgm:t>
        <a:bodyPr/>
        <a:lstStyle/>
        <a:p>
          <a:r>
            <a:rPr lang="en-US" dirty="0"/>
            <a:t>Allowing a class to have more than one superclass</a:t>
          </a:r>
        </a:p>
      </dgm:t>
    </dgm:pt>
    <dgm:pt modelId="{5FA73175-1F48-44AF-82BE-ECA611978E11}" type="parTrans" cxnId="{5A73E7C2-2601-4B0A-AA9D-EECA3040238F}">
      <dgm:prSet/>
      <dgm:spPr/>
      <dgm:t>
        <a:bodyPr/>
        <a:lstStyle/>
        <a:p>
          <a:endParaRPr lang="en-US"/>
        </a:p>
      </dgm:t>
    </dgm:pt>
    <dgm:pt modelId="{B6600230-FF64-4A94-885D-F332F0B0BC0F}" type="sibTrans" cxnId="{5A73E7C2-2601-4B0A-AA9D-EECA3040238F}">
      <dgm:prSet/>
      <dgm:spPr/>
      <dgm:t>
        <a:bodyPr/>
        <a:lstStyle/>
        <a:p>
          <a:endParaRPr lang="en-US"/>
        </a:p>
      </dgm:t>
    </dgm:pt>
    <dgm:pt modelId="{9C8DDD6D-EB14-482E-9F85-18F08A7D4450}">
      <dgm:prSet/>
      <dgm:spPr/>
      <dgm:t>
        <a:bodyPr/>
        <a:lstStyle/>
        <a:p>
          <a:r>
            <a:rPr lang="en-US" dirty="0"/>
            <a:t>“Java does not support multiple inheritance.” </a:t>
          </a:r>
        </a:p>
      </dgm:t>
    </dgm:pt>
    <dgm:pt modelId="{6D1CA7E8-8A44-435D-97A7-F326D7F15C98}" type="parTrans" cxnId="{A195BFB6-0218-401F-8586-E9C396CBDA32}">
      <dgm:prSet/>
      <dgm:spPr/>
      <dgm:t>
        <a:bodyPr/>
        <a:lstStyle/>
        <a:p>
          <a:endParaRPr lang="en-US"/>
        </a:p>
      </dgm:t>
    </dgm:pt>
    <dgm:pt modelId="{F2CCCA7C-25FB-4676-92F0-4E2AC7A9DB74}" type="sibTrans" cxnId="{A195BFB6-0218-401F-8586-E9C396CBDA32}">
      <dgm:prSet/>
      <dgm:spPr/>
      <dgm:t>
        <a:bodyPr/>
        <a:lstStyle/>
        <a:p>
          <a:endParaRPr lang="en-US"/>
        </a:p>
      </dgm:t>
    </dgm:pt>
    <dgm:pt modelId="{95638E90-375F-4269-8704-E78A1BC0D0EC}">
      <dgm:prSet/>
      <dgm:spPr/>
      <dgm:t>
        <a:bodyPr/>
        <a:lstStyle/>
        <a:p>
          <a:r>
            <a:rPr lang="en-US" dirty="0"/>
            <a:t>Consider the three aspects: state, behavior, and type</a:t>
          </a:r>
        </a:p>
      </dgm:t>
    </dgm:pt>
    <dgm:pt modelId="{DD3F7143-2A08-46F2-B715-698456A9B3A8}" type="parTrans" cxnId="{B6F1B086-5C86-49AA-A847-162B57260155}">
      <dgm:prSet/>
      <dgm:spPr/>
      <dgm:t>
        <a:bodyPr/>
        <a:lstStyle/>
        <a:p>
          <a:endParaRPr lang="en-US"/>
        </a:p>
      </dgm:t>
    </dgm:pt>
    <dgm:pt modelId="{B712AA25-A7B3-4B11-A8E8-DA08B01948E9}" type="sibTrans" cxnId="{B6F1B086-5C86-49AA-A847-162B57260155}">
      <dgm:prSet/>
      <dgm:spPr/>
      <dgm:t>
        <a:bodyPr/>
        <a:lstStyle/>
        <a:p>
          <a:endParaRPr lang="en-US"/>
        </a:p>
      </dgm:t>
    </dgm:pt>
    <dgm:pt modelId="{B5926A74-8D97-4094-90C9-909FB4130DCA}">
      <dgm:prSet/>
      <dgm:spPr/>
      <dgm:t>
        <a:bodyPr/>
        <a:lstStyle/>
        <a:p>
          <a:r>
            <a:rPr lang="en-US" dirty="0"/>
            <a:t>Multiple inheritance of state		statement above is true</a:t>
          </a:r>
        </a:p>
      </dgm:t>
    </dgm:pt>
    <dgm:pt modelId="{32B1AFEA-CE54-4400-B999-66DC315767DA}" type="parTrans" cxnId="{E7F35521-DB70-4C3C-A56E-71069FA28704}">
      <dgm:prSet/>
      <dgm:spPr/>
      <dgm:t>
        <a:bodyPr/>
        <a:lstStyle/>
        <a:p>
          <a:endParaRPr lang="en-US"/>
        </a:p>
      </dgm:t>
    </dgm:pt>
    <dgm:pt modelId="{EDC28219-B98F-4D8B-A985-37DEBC1C382E}" type="sibTrans" cxnId="{E7F35521-DB70-4C3C-A56E-71069FA28704}">
      <dgm:prSet/>
      <dgm:spPr/>
      <dgm:t>
        <a:bodyPr/>
        <a:lstStyle/>
        <a:p>
          <a:endParaRPr lang="en-US"/>
        </a:p>
      </dgm:t>
    </dgm:pt>
    <dgm:pt modelId="{6FB9018E-8B29-487E-B16D-55D73607A3A3}">
      <dgm:prSet/>
      <dgm:spPr/>
      <dgm:t>
        <a:bodyPr/>
        <a:lstStyle/>
        <a:p>
          <a:r>
            <a:rPr lang="en-US"/>
            <a:t>Multiple inheritance of behavior	statement above is true</a:t>
          </a:r>
          <a:endParaRPr lang="en-US" dirty="0"/>
        </a:p>
      </dgm:t>
    </dgm:pt>
    <dgm:pt modelId="{F27ED2AE-5C83-46FF-9F3B-2A1FD64B2924}" type="parTrans" cxnId="{41FDECB0-8593-43AE-9BC8-92760E0D40CF}">
      <dgm:prSet/>
      <dgm:spPr/>
      <dgm:t>
        <a:bodyPr/>
        <a:lstStyle/>
        <a:p>
          <a:endParaRPr lang="en-US"/>
        </a:p>
      </dgm:t>
    </dgm:pt>
    <dgm:pt modelId="{7F4CA7D2-02A1-4018-9E7C-3F08ADAFC4EA}" type="sibTrans" cxnId="{41FDECB0-8593-43AE-9BC8-92760E0D40CF}">
      <dgm:prSet/>
      <dgm:spPr/>
      <dgm:t>
        <a:bodyPr/>
        <a:lstStyle/>
        <a:p>
          <a:endParaRPr lang="en-US"/>
        </a:p>
      </dgm:t>
    </dgm:pt>
    <dgm:pt modelId="{3620EAE1-7AF1-4A8B-8BC0-7385FA3CE4E7}">
      <dgm:prSet/>
      <dgm:spPr/>
      <dgm:t>
        <a:bodyPr/>
        <a:lstStyle/>
        <a:p>
          <a:r>
            <a:rPr lang="en-US" dirty="0"/>
            <a:t>Multiple inheritance of type		statement above is false</a:t>
          </a:r>
        </a:p>
      </dgm:t>
    </dgm:pt>
    <dgm:pt modelId="{03E079F1-03EE-4A62-A357-06FAB6B732FA}" type="parTrans" cxnId="{56076C4E-4DD6-45F1-9856-F1A34FB1738D}">
      <dgm:prSet/>
      <dgm:spPr/>
      <dgm:t>
        <a:bodyPr/>
        <a:lstStyle/>
        <a:p>
          <a:endParaRPr lang="en-US"/>
        </a:p>
      </dgm:t>
    </dgm:pt>
    <dgm:pt modelId="{D530B60A-7FD0-4027-89F3-9BE43E411D07}" type="sibTrans" cxnId="{56076C4E-4DD6-45F1-9856-F1A34FB1738D}">
      <dgm:prSet/>
      <dgm:spPr/>
      <dgm:t>
        <a:bodyPr/>
        <a:lstStyle/>
        <a:p>
          <a:endParaRPr lang="en-US"/>
        </a:p>
      </dgm:t>
    </dgm:pt>
    <dgm:pt modelId="{9598695E-2791-4DD3-89FB-6B38DFD7F86D}" type="pres">
      <dgm:prSet presAssocID="{6FFD72CA-D555-49F8-9232-8DC2A9BAE036}" presName="linear" presStyleCnt="0">
        <dgm:presLayoutVars>
          <dgm:animLvl val="lvl"/>
          <dgm:resizeHandles val="exact"/>
        </dgm:presLayoutVars>
      </dgm:prSet>
      <dgm:spPr/>
    </dgm:pt>
    <dgm:pt modelId="{9706EA91-7B2F-4402-A2CD-76CE708890DC}" type="pres">
      <dgm:prSet presAssocID="{CC6BE278-5AFF-48D3-95CC-481208869C9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05769CD-0820-4B87-9C6F-5276420AA089}" type="pres">
      <dgm:prSet presAssocID="{CC6BE278-5AFF-48D3-95CC-481208869C9B}" presName="childText" presStyleLbl="revTx" presStyleIdx="0" presStyleCnt="2">
        <dgm:presLayoutVars>
          <dgm:bulletEnabled val="1"/>
        </dgm:presLayoutVars>
      </dgm:prSet>
      <dgm:spPr/>
    </dgm:pt>
    <dgm:pt modelId="{D429D402-A797-4C2A-85F1-51370E538A90}" type="pres">
      <dgm:prSet presAssocID="{95638E90-375F-4269-8704-E78A1BC0D0E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B2B1794-9EB5-4B91-94C0-58745D58F38F}" type="pres">
      <dgm:prSet presAssocID="{95638E90-375F-4269-8704-E78A1BC0D0E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DB7850C-1F5B-4FFB-B0D7-3D2C6DCE566C}" type="presOf" srcId="{9C8DDD6D-EB14-482E-9F85-18F08A7D4450}" destId="{405769CD-0820-4B87-9C6F-5276420AA089}" srcOrd="0" destOrd="0" presId="urn:microsoft.com/office/officeart/2005/8/layout/vList2"/>
    <dgm:cxn modelId="{E7F35521-DB70-4C3C-A56E-71069FA28704}" srcId="{95638E90-375F-4269-8704-E78A1BC0D0EC}" destId="{B5926A74-8D97-4094-90C9-909FB4130DCA}" srcOrd="0" destOrd="0" parTransId="{32B1AFEA-CE54-4400-B999-66DC315767DA}" sibTransId="{EDC28219-B98F-4D8B-A985-37DEBC1C382E}"/>
    <dgm:cxn modelId="{54216131-BB3C-4D18-8DC1-71D90292925B}" type="presOf" srcId="{6FFD72CA-D555-49F8-9232-8DC2A9BAE036}" destId="{9598695E-2791-4DD3-89FB-6B38DFD7F86D}" srcOrd="0" destOrd="0" presId="urn:microsoft.com/office/officeart/2005/8/layout/vList2"/>
    <dgm:cxn modelId="{7C9EB15E-34B8-4A6D-A9DC-8E7E6ED2A278}" type="presOf" srcId="{95638E90-375F-4269-8704-E78A1BC0D0EC}" destId="{D429D402-A797-4C2A-85F1-51370E538A90}" srcOrd="0" destOrd="0" presId="urn:microsoft.com/office/officeart/2005/8/layout/vList2"/>
    <dgm:cxn modelId="{56076C4E-4DD6-45F1-9856-F1A34FB1738D}" srcId="{95638E90-375F-4269-8704-E78A1BC0D0EC}" destId="{3620EAE1-7AF1-4A8B-8BC0-7385FA3CE4E7}" srcOrd="2" destOrd="0" parTransId="{03E079F1-03EE-4A62-A357-06FAB6B732FA}" sibTransId="{D530B60A-7FD0-4027-89F3-9BE43E411D07}"/>
    <dgm:cxn modelId="{AEDB5F71-5F47-4CE3-9765-651AD82D2935}" type="presOf" srcId="{B5926A74-8D97-4094-90C9-909FB4130DCA}" destId="{0B2B1794-9EB5-4B91-94C0-58745D58F38F}" srcOrd="0" destOrd="0" presId="urn:microsoft.com/office/officeart/2005/8/layout/vList2"/>
    <dgm:cxn modelId="{B6F1B086-5C86-49AA-A847-162B57260155}" srcId="{6FFD72CA-D555-49F8-9232-8DC2A9BAE036}" destId="{95638E90-375F-4269-8704-E78A1BC0D0EC}" srcOrd="1" destOrd="0" parTransId="{DD3F7143-2A08-46F2-B715-698456A9B3A8}" sibTransId="{B712AA25-A7B3-4B11-A8E8-DA08B01948E9}"/>
    <dgm:cxn modelId="{7761939D-9F4B-47E2-A559-A67889BD0C4A}" type="presOf" srcId="{3620EAE1-7AF1-4A8B-8BC0-7385FA3CE4E7}" destId="{0B2B1794-9EB5-4B91-94C0-58745D58F38F}" srcOrd="0" destOrd="2" presId="urn:microsoft.com/office/officeart/2005/8/layout/vList2"/>
    <dgm:cxn modelId="{41FDECB0-8593-43AE-9BC8-92760E0D40CF}" srcId="{95638E90-375F-4269-8704-E78A1BC0D0EC}" destId="{6FB9018E-8B29-487E-B16D-55D73607A3A3}" srcOrd="1" destOrd="0" parTransId="{F27ED2AE-5C83-46FF-9F3B-2A1FD64B2924}" sibTransId="{7F4CA7D2-02A1-4018-9E7C-3F08ADAFC4EA}"/>
    <dgm:cxn modelId="{A195BFB6-0218-401F-8586-E9C396CBDA32}" srcId="{CC6BE278-5AFF-48D3-95CC-481208869C9B}" destId="{9C8DDD6D-EB14-482E-9F85-18F08A7D4450}" srcOrd="0" destOrd="0" parTransId="{6D1CA7E8-8A44-435D-97A7-F326D7F15C98}" sibTransId="{F2CCCA7C-25FB-4676-92F0-4E2AC7A9DB74}"/>
    <dgm:cxn modelId="{5A73E7C2-2601-4B0A-AA9D-EECA3040238F}" srcId="{6FFD72CA-D555-49F8-9232-8DC2A9BAE036}" destId="{CC6BE278-5AFF-48D3-95CC-481208869C9B}" srcOrd="0" destOrd="0" parTransId="{5FA73175-1F48-44AF-82BE-ECA611978E11}" sibTransId="{B6600230-FF64-4A94-885D-F332F0B0BC0F}"/>
    <dgm:cxn modelId="{4F306ACA-CBF1-4B2A-B574-E41FFE5F38C8}" type="presOf" srcId="{CC6BE278-5AFF-48D3-95CC-481208869C9B}" destId="{9706EA91-7B2F-4402-A2CD-76CE708890DC}" srcOrd="0" destOrd="0" presId="urn:microsoft.com/office/officeart/2005/8/layout/vList2"/>
    <dgm:cxn modelId="{449330F7-51F2-4BFD-B0A4-DBF9DD217637}" type="presOf" srcId="{6FB9018E-8B29-487E-B16D-55D73607A3A3}" destId="{0B2B1794-9EB5-4B91-94C0-58745D58F38F}" srcOrd="0" destOrd="1" presId="urn:microsoft.com/office/officeart/2005/8/layout/vList2"/>
    <dgm:cxn modelId="{CC975B46-7618-4F22-A68F-58ADB2BE879F}" type="presParOf" srcId="{9598695E-2791-4DD3-89FB-6B38DFD7F86D}" destId="{9706EA91-7B2F-4402-A2CD-76CE708890DC}" srcOrd="0" destOrd="0" presId="urn:microsoft.com/office/officeart/2005/8/layout/vList2"/>
    <dgm:cxn modelId="{FA846031-A04E-42AD-975D-3354EB92C6A3}" type="presParOf" srcId="{9598695E-2791-4DD3-89FB-6B38DFD7F86D}" destId="{405769CD-0820-4B87-9C6F-5276420AA089}" srcOrd="1" destOrd="0" presId="urn:microsoft.com/office/officeart/2005/8/layout/vList2"/>
    <dgm:cxn modelId="{0E84D089-C4EB-4DAE-AC23-F40E68AA14B1}" type="presParOf" srcId="{9598695E-2791-4DD3-89FB-6B38DFD7F86D}" destId="{D429D402-A797-4C2A-85F1-51370E538A90}" srcOrd="2" destOrd="0" presId="urn:microsoft.com/office/officeart/2005/8/layout/vList2"/>
    <dgm:cxn modelId="{6A2DF562-F00E-4086-A00B-B646AC7CA9E2}" type="presParOf" srcId="{9598695E-2791-4DD3-89FB-6B38DFD7F86D}" destId="{0B2B1794-9EB5-4B91-94C0-58745D58F38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344042A-3EE1-4643-B392-27A47B45FC9B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75F9938-CBC4-4050-9372-1D702047111D}">
      <dgm:prSet/>
      <dgm:spPr/>
      <dgm:t>
        <a:bodyPr/>
        <a:lstStyle/>
        <a:p>
          <a:r>
            <a:rPr lang="en-US" dirty="0"/>
            <a:t>Suppose: Class D has method something()</a:t>
          </a:r>
        </a:p>
      </dgm:t>
    </dgm:pt>
    <dgm:pt modelId="{566DC980-435C-4D9A-B3A6-FB6C82AB2CB3}" type="parTrans" cxnId="{EFA54953-701F-45C5-B6C0-C86519A2CE6D}">
      <dgm:prSet/>
      <dgm:spPr/>
      <dgm:t>
        <a:bodyPr/>
        <a:lstStyle/>
        <a:p>
          <a:endParaRPr lang="en-US"/>
        </a:p>
      </dgm:t>
    </dgm:pt>
    <dgm:pt modelId="{C9FF59CC-00B2-4A16-8720-CA4C2C567D4E}" type="sibTrans" cxnId="{EFA54953-701F-45C5-B6C0-C86519A2CE6D}">
      <dgm:prSet/>
      <dgm:spPr/>
      <dgm:t>
        <a:bodyPr/>
        <a:lstStyle/>
        <a:p>
          <a:endParaRPr lang="en-US"/>
        </a:p>
      </dgm:t>
    </dgm:pt>
    <dgm:pt modelId="{27521560-88E3-43E9-9958-911241E790FE}">
      <dgm:prSet/>
      <dgm:spPr/>
      <dgm:t>
        <a:bodyPr/>
        <a:lstStyle/>
        <a:p>
          <a:r>
            <a:rPr lang="en-US"/>
            <a:t>Class A and Class B inherit something()</a:t>
          </a:r>
        </a:p>
      </dgm:t>
    </dgm:pt>
    <dgm:pt modelId="{FEF86B52-F3F1-4FCA-B915-2E05ACE9D431}" type="parTrans" cxnId="{8BB16263-3D65-46C8-9E3F-F4076D7493BF}">
      <dgm:prSet/>
      <dgm:spPr/>
      <dgm:t>
        <a:bodyPr/>
        <a:lstStyle/>
        <a:p>
          <a:endParaRPr lang="en-US"/>
        </a:p>
      </dgm:t>
    </dgm:pt>
    <dgm:pt modelId="{7F212CFF-317B-4ECD-A4A1-80076DA68D97}" type="sibTrans" cxnId="{8BB16263-3D65-46C8-9E3F-F4076D7493BF}">
      <dgm:prSet/>
      <dgm:spPr/>
      <dgm:t>
        <a:bodyPr/>
        <a:lstStyle/>
        <a:p>
          <a:endParaRPr lang="en-US"/>
        </a:p>
      </dgm:t>
    </dgm:pt>
    <dgm:pt modelId="{B304A6BF-F0B1-45CD-950E-6417FFF2A4BB}">
      <dgm:prSet/>
      <dgm:spPr/>
      <dgm:t>
        <a:bodyPr/>
        <a:lstStyle/>
        <a:p>
          <a:r>
            <a:rPr lang="en-US"/>
            <a:t>Remember:</a:t>
          </a:r>
        </a:p>
      </dgm:t>
    </dgm:pt>
    <dgm:pt modelId="{3385F553-02AD-441D-A5A8-EE107B09865F}" type="parTrans" cxnId="{71BCC86F-215F-4219-8119-3B249386125B}">
      <dgm:prSet/>
      <dgm:spPr/>
      <dgm:t>
        <a:bodyPr/>
        <a:lstStyle/>
        <a:p>
          <a:endParaRPr lang="en-US"/>
        </a:p>
      </dgm:t>
    </dgm:pt>
    <dgm:pt modelId="{D8BCF695-4243-48EA-A91A-231A60186636}" type="sibTrans" cxnId="{71BCC86F-215F-4219-8119-3B249386125B}">
      <dgm:prSet/>
      <dgm:spPr/>
      <dgm:t>
        <a:bodyPr/>
        <a:lstStyle/>
        <a:p>
          <a:endParaRPr lang="en-US"/>
        </a:p>
      </dgm:t>
    </dgm:pt>
    <dgm:pt modelId="{9107E102-2009-4A21-B6EF-369CA56C63AB}">
      <dgm:prSet/>
      <dgm:spPr/>
      <dgm:t>
        <a:bodyPr/>
        <a:lstStyle/>
        <a:p>
          <a:r>
            <a:rPr lang="en-US" dirty="0"/>
            <a:t>A method has a signature</a:t>
          </a:r>
        </a:p>
      </dgm:t>
    </dgm:pt>
    <dgm:pt modelId="{40478A07-95B2-4CE6-9721-A44E3EADFFE4}" type="parTrans" cxnId="{738A3115-B6ED-4F39-97EE-ED83BAB8FC2A}">
      <dgm:prSet/>
      <dgm:spPr/>
      <dgm:t>
        <a:bodyPr/>
        <a:lstStyle/>
        <a:p>
          <a:endParaRPr lang="en-US"/>
        </a:p>
      </dgm:t>
    </dgm:pt>
    <dgm:pt modelId="{C9B36DE5-9143-4205-9314-4A780D1FB4AD}" type="sibTrans" cxnId="{738A3115-B6ED-4F39-97EE-ED83BAB8FC2A}">
      <dgm:prSet/>
      <dgm:spPr/>
      <dgm:t>
        <a:bodyPr/>
        <a:lstStyle/>
        <a:p>
          <a:endParaRPr lang="en-US"/>
        </a:p>
      </dgm:t>
    </dgm:pt>
    <dgm:pt modelId="{63376F35-4DA9-4C8F-AF7D-3A7593FDD3C6}">
      <dgm:prSet/>
      <dgm:spPr/>
      <dgm:t>
        <a:bodyPr/>
        <a:lstStyle/>
        <a:p>
          <a:r>
            <a:rPr lang="en-US" dirty="0"/>
            <a:t>Only one method with that signature can be in a class</a:t>
          </a:r>
        </a:p>
      </dgm:t>
    </dgm:pt>
    <dgm:pt modelId="{5B51FE7C-4741-4ACF-BBD1-F447DE4C6777}" type="parTrans" cxnId="{E46A5ADD-D902-4E67-A841-710265EF663A}">
      <dgm:prSet/>
      <dgm:spPr/>
      <dgm:t>
        <a:bodyPr/>
        <a:lstStyle/>
        <a:p>
          <a:endParaRPr lang="en-US"/>
        </a:p>
      </dgm:t>
    </dgm:pt>
    <dgm:pt modelId="{6305AF15-ECFD-4680-9710-569DF4888648}" type="sibTrans" cxnId="{E46A5ADD-D902-4E67-A841-710265EF663A}">
      <dgm:prSet/>
      <dgm:spPr/>
      <dgm:t>
        <a:bodyPr/>
        <a:lstStyle/>
        <a:p>
          <a:endParaRPr lang="en-US"/>
        </a:p>
      </dgm:t>
    </dgm:pt>
    <dgm:pt modelId="{C8B8AD70-5240-4CF7-AC52-6AA7F775AEC7}">
      <dgm:prSet/>
      <dgm:spPr/>
      <dgm:t>
        <a:bodyPr/>
        <a:lstStyle/>
        <a:p>
          <a:r>
            <a:rPr lang="en-US" dirty="0"/>
            <a:t>Class A and Class B inherit something() – no problem</a:t>
          </a:r>
        </a:p>
      </dgm:t>
    </dgm:pt>
    <dgm:pt modelId="{4D5BDBCB-09A7-4440-9BA2-44203B10C432}" type="parTrans" cxnId="{F3661468-C5FA-4B64-A124-C060A021DE6E}">
      <dgm:prSet/>
      <dgm:spPr/>
      <dgm:t>
        <a:bodyPr/>
        <a:lstStyle/>
        <a:p>
          <a:endParaRPr lang="en-US"/>
        </a:p>
      </dgm:t>
    </dgm:pt>
    <dgm:pt modelId="{10B786BC-BF0D-4B32-8D6C-8D3FF0E34193}" type="sibTrans" cxnId="{F3661468-C5FA-4B64-A124-C060A021DE6E}">
      <dgm:prSet/>
      <dgm:spPr/>
      <dgm:t>
        <a:bodyPr/>
        <a:lstStyle/>
        <a:p>
          <a:endParaRPr lang="en-US"/>
        </a:p>
      </dgm:t>
    </dgm:pt>
    <dgm:pt modelId="{2F677B03-438E-453D-8977-4ECC620B5ABB}">
      <dgm:prSet/>
      <dgm:spPr/>
      <dgm:t>
        <a:bodyPr/>
        <a:lstStyle/>
        <a:p>
          <a:r>
            <a:rPr lang="en-US"/>
            <a:t>But which method does Class C inherit?</a:t>
          </a:r>
        </a:p>
      </dgm:t>
    </dgm:pt>
    <dgm:pt modelId="{B2B8D60D-F42D-4843-A16D-2EAB1A43AE32}" type="parTrans" cxnId="{491E12EB-3B72-424B-AC4F-9D72E309480D}">
      <dgm:prSet/>
      <dgm:spPr/>
      <dgm:t>
        <a:bodyPr/>
        <a:lstStyle/>
        <a:p>
          <a:endParaRPr lang="en-US"/>
        </a:p>
      </dgm:t>
    </dgm:pt>
    <dgm:pt modelId="{D263CEF3-26F2-4B0E-B834-1EC019FD95D3}" type="sibTrans" cxnId="{491E12EB-3B72-424B-AC4F-9D72E309480D}">
      <dgm:prSet/>
      <dgm:spPr/>
      <dgm:t>
        <a:bodyPr/>
        <a:lstStyle/>
        <a:p>
          <a:endParaRPr lang="en-US"/>
        </a:p>
      </dgm:t>
    </dgm:pt>
    <dgm:pt modelId="{7410A9BB-6C93-40F6-A808-2E4539C9E1DE}">
      <dgm:prSet/>
      <dgm:spPr/>
      <dgm:t>
        <a:bodyPr/>
        <a:lstStyle/>
        <a:p>
          <a:r>
            <a:rPr lang="en-US" dirty="0"/>
            <a:t>Class A? Class B? Class D?</a:t>
          </a:r>
        </a:p>
      </dgm:t>
    </dgm:pt>
    <dgm:pt modelId="{6D1A24E0-C259-4A9C-8A6C-D720DF9F23DB}" type="parTrans" cxnId="{63D293A9-5401-48D0-BFD8-BF9922EF0D7F}">
      <dgm:prSet/>
      <dgm:spPr/>
      <dgm:t>
        <a:bodyPr/>
        <a:lstStyle/>
        <a:p>
          <a:endParaRPr lang="en-US"/>
        </a:p>
      </dgm:t>
    </dgm:pt>
    <dgm:pt modelId="{DA84F1E1-5BA5-4541-B42E-798E8143A966}" type="sibTrans" cxnId="{63D293A9-5401-48D0-BFD8-BF9922EF0D7F}">
      <dgm:prSet/>
      <dgm:spPr/>
      <dgm:t>
        <a:bodyPr/>
        <a:lstStyle/>
        <a:p>
          <a:endParaRPr lang="en-US"/>
        </a:p>
      </dgm:t>
    </dgm:pt>
    <dgm:pt modelId="{ABBF312D-81D3-4C98-95EB-9A594977B252}">
      <dgm:prSet/>
      <dgm:spPr/>
      <dgm:t>
        <a:bodyPr/>
        <a:lstStyle/>
        <a:p>
          <a:r>
            <a:rPr lang="en-US" dirty="0"/>
            <a:t>Challenge: Think about how multiple inheritance would affect class members.</a:t>
          </a:r>
        </a:p>
      </dgm:t>
    </dgm:pt>
    <dgm:pt modelId="{B8A4E2C5-BF82-4477-8170-8C97EBC9AC5F}" type="parTrans" cxnId="{71BC2764-EB69-4C2F-85F8-993833D72E97}">
      <dgm:prSet/>
      <dgm:spPr/>
      <dgm:t>
        <a:bodyPr/>
        <a:lstStyle/>
        <a:p>
          <a:endParaRPr lang="en-US"/>
        </a:p>
      </dgm:t>
    </dgm:pt>
    <dgm:pt modelId="{CF17BF25-F1FA-49BE-853A-DA72504E41B4}" type="sibTrans" cxnId="{71BC2764-EB69-4C2F-85F8-993833D72E97}">
      <dgm:prSet/>
      <dgm:spPr/>
      <dgm:t>
        <a:bodyPr/>
        <a:lstStyle/>
        <a:p>
          <a:endParaRPr lang="en-US"/>
        </a:p>
      </dgm:t>
    </dgm:pt>
    <dgm:pt modelId="{F22C004D-D3D0-4F02-A64C-58B869B3C7A0}" type="pres">
      <dgm:prSet presAssocID="{F344042A-3EE1-4643-B392-27A47B45FC9B}" presName="linear" presStyleCnt="0">
        <dgm:presLayoutVars>
          <dgm:animLvl val="lvl"/>
          <dgm:resizeHandles val="exact"/>
        </dgm:presLayoutVars>
      </dgm:prSet>
      <dgm:spPr/>
    </dgm:pt>
    <dgm:pt modelId="{98BB0BBE-ABC2-46C4-AC69-159099453FB4}" type="pres">
      <dgm:prSet presAssocID="{E75F9938-CBC4-4050-9372-1D702047111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880FCB-31E7-42A9-A999-DE455003AF40}" type="pres">
      <dgm:prSet presAssocID="{E75F9938-CBC4-4050-9372-1D702047111D}" presName="childText" presStyleLbl="revTx" presStyleIdx="0" presStyleCnt="3">
        <dgm:presLayoutVars>
          <dgm:bulletEnabled val="1"/>
        </dgm:presLayoutVars>
      </dgm:prSet>
      <dgm:spPr/>
    </dgm:pt>
    <dgm:pt modelId="{C3E1DBF6-6506-4E0B-BA50-0924D32D496F}" type="pres">
      <dgm:prSet presAssocID="{B304A6BF-F0B1-45CD-950E-6417FFF2A4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ED09C31-1723-4A94-BB05-B49101ECB27F}" type="pres">
      <dgm:prSet presAssocID="{B304A6BF-F0B1-45CD-950E-6417FFF2A4BB}" presName="childText" presStyleLbl="revTx" presStyleIdx="1" presStyleCnt="3">
        <dgm:presLayoutVars>
          <dgm:bulletEnabled val="1"/>
        </dgm:presLayoutVars>
      </dgm:prSet>
      <dgm:spPr/>
    </dgm:pt>
    <dgm:pt modelId="{13A5B21C-A250-4803-8FBE-4222278ACD0A}" type="pres">
      <dgm:prSet presAssocID="{2F677B03-438E-453D-8977-4ECC620B5A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340641-6D1A-4C92-BF3D-8FD35CB04A2D}" type="pres">
      <dgm:prSet presAssocID="{2F677B03-438E-453D-8977-4ECC620B5ABB}" presName="childText" presStyleLbl="revTx" presStyleIdx="2" presStyleCnt="3">
        <dgm:presLayoutVars>
          <dgm:bulletEnabled val="1"/>
        </dgm:presLayoutVars>
      </dgm:prSet>
      <dgm:spPr/>
    </dgm:pt>
    <dgm:pt modelId="{8D064078-D4DE-4DC5-8755-BE29B7AD5B40}" type="pres">
      <dgm:prSet presAssocID="{ABBF312D-81D3-4C98-95EB-9A594977B25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FEA810-4209-4D6B-B7C3-73405BA2F1BA}" type="presOf" srcId="{E75F9938-CBC4-4050-9372-1D702047111D}" destId="{98BB0BBE-ABC2-46C4-AC69-159099453FB4}" srcOrd="0" destOrd="0" presId="urn:microsoft.com/office/officeart/2005/8/layout/vList2"/>
    <dgm:cxn modelId="{738A3115-B6ED-4F39-97EE-ED83BAB8FC2A}" srcId="{B304A6BF-F0B1-45CD-950E-6417FFF2A4BB}" destId="{9107E102-2009-4A21-B6EF-369CA56C63AB}" srcOrd="0" destOrd="0" parTransId="{40478A07-95B2-4CE6-9721-A44E3EADFFE4}" sibTransId="{C9B36DE5-9143-4205-9314-4A780D1FB4AD}"/>
    <dgm:cxn modelId="{FB467016-9FA8-45F9-A220-36B4372B1356}" type="presOf" srcId="{2F677B03-438E-453D-8977-4ECC620B5ABB}" destId="{13A5B21C-A250-4803-8FBE-4222278ACD0A}" srcOrd="0" destOrd="0" presId="urn:microsoft.com/office/officeart/2005/8/layout/vList2"/>
    <dgm:cxn modelId="{8BB16263-3D65-46C8-9E3F-F4076D7493BF}" srcId="{E75F9938-CBC4-4050-9372-1D702047111D}" destId="{27521560-88E3-43E9-9958-911241E790FE}" srcOrd="0" destOrd="0" parTransId="{FEF86B52-F3F1-4FCA-B915-2E05ACE9D431}" sibTransId="{7F212CFF-317B-4ECD-A4A1-80076DA68D97}"/>
    <dgm:cxn modelId="{71BC2764-EB69-4C2F-85F8-993833D72E97}" srcId="{F344042A-3EE1-4643-B392-27A47B45FC9B}" destId="{ABBF312D-81D3-4C98-95EB-9A594977B252}" srcOrd="3" destOrd="0" parTransId="{B8A4E2C5-BF82-4477-8170-8C97EBC9AC5F}" sibTransId="{CF17BF25-F1FA-49BE-853A-DA72504E41B4}"/>
    <dgm:cxn modelId="{F3661468-C5FA-4B64-A124-C060A021DE6E}" srcId="{B304A6BF-F0B1-45CD-950E-6417FFF2A4BB}" destId="{C8B8AD70-5240-4CF7-AC52-6AA7F775AEC7}" srcOrd="2" destOrd="0" parTransId="{4D5BDBCB-09A7-4440-9BA2-44203B10C432}" sibTransId="{10B786BC-BF0D-4B32-8D6C-8D3FF0E34193}"/>
    <dgm:cxn modelId="{71BCC86F-215F-4219-8119-3B249386125B}" srcId="{F344042A-3EE1-4643-B392-27A47B45FC9B}" destId="{B304A6BF-F0B1-45CD-950E-6417FFF2A4BB}" srcOrd="1" destOrd="0" parTransId="{3385F553-02AD-441D-A5A8-EE107B09865F}" sibTransId="{D8BCF695-4243-48EA-A91A-231A60186636}"/>
    <dgm:cxn modelId="{EFA54953-701F-45C5-B6C0-C86519A2CE6D}" srcId="{F344042A-3EE1-4643-B392-27A47B45FC9B}" destId="{E75F9938-CBC4-4050-9372-1D702047111D}" srcOrd="0" destOrd="0" parTransId="{566DC980-435C-4D9A-B3A6-FB6C82AB2CB3}" sibTransId="{C9FF59CC-00B2-4A16-8720-CA4C2C567D4E}"/>
    <dgm:cxn modelId="{47C69B73-8A2E-4CF2-A82D-F6B31DFC9418}" type="presOf" srcId="{27521560-88E3-43E9-9958-911241E790FE}" destId="{AE880FCB-31E7-42A9-A999-DE455003AF40}" srcOrd="0" destOrd="0" presId="urn:microsoft.com/office/officeart/2005/8/layout/vList2"/>
    <dgm:cxn modelId="{BD85CB74-987F-44A3-AC43-A3C6234E2964}" type="presOf" srcId="{C8B8AD70-5240-4CF7-AC52-6AA7F775AEC7}" destId="{2ED09C31-1723-4A94-BB05-B49101ECB27F}" srcOrd="0" destOrd="2" presId="urn:microsoft.com/office/officeart/2005/8/layout/vList2"/>
    <dgm:cxn modelId="{DF459E8E-678E-4BCA-B156-FB6C010C02A2}" type="presOf" srcId="{9107E102-2009-4A21-B6EF-369CA56C63AB}" destId="{2ED09C31-1723-4A94-BB05-B49101ECB27F}" srcOrd="0" destOrd="0" presId="urn:microsoft.com/office/officeart/2005/8/layout/vList2"/>
    <dgm:cxn modelId="{63D293A9-5401-48D0-BFD8-BF9922EF0D7F}" srcId="{2F677B03-438E-453D-8977-4ECC620B5ABB}" destId="{7410A9BB-6C93-40F6-A808-2E4539C9E1DE}" srcOrd="0" destOrd="0" parTransId="{6D1A24E0-C259-4A9C-8A6C-D720DF9F23DB}" sibTransId="{DA84F1E1-5BA5-4541-B42E-798E8143A966}"/>
    <dgm:cxn modelId="{0D1874BE-256B-429B-B004-564953BC3760}" type="presOf" srcId="{B304A6BF-F0B1-45CD-950E-6417FFF2A4BB}" destId="{C3E1DBF6-6506-4E0B-BA50-0924D32D496F}" srcOrd="0" destOrd="0" presId="urn:microsoft.com/office/officeart/2005/8/layout/vList2"/>
    <dgm:cxn modelId="{2E9B9BCA-510D-47AC-974A-A89B64659620}" type="presOf" srcId="{7410A9BB-6C93-40F6-A808-2E4539C9E1DE}" destId="{F3340641-6D1A-4C92-BF3D-8FD35CB04A2D}" srcOrd="0" destOrd="0" presId="urn:microsoft.com/office/officeart/2005/8/layout/vList2"/>
    <dgm:cxn modelId="{9B21ECCA-F1B7-4E59-B380-7B5E2B495C8C}" type="presOf" srcId="{63376F35-4DA9-4C8F-AF7D-3A7593FDD3C6}" destId="{2ED09C31-1723-4A94-BB05-B49101ECB27F}" srcOrd="0" destOrd="1" presId="urn:microsoft.com/office/officeart/2005/8/layout/vList2"/>
    <dgm:cxn modelId="{34518DCE-CDBA-485A-B415-BA5821567CC7}" type="presOf" srcId="{ABBF312D-81D3-4C98-95EB-9A594977B252}" destId="{8D064078-D4DE-4DC5-8755-BE29B7AD5B40}" srcOrd="0" destOrd="0" presId="urn:microsoft.com/office/officeart/2005/8/layout/vList2"/>
    <dgm:cxn modelId="{5A7DF6D1-270F-4722-8C09-975A2CA08DAB}" type="presOf" srcId="{F344042A-3EE1-4643-B392-27A47B45FC9B}" destId="{F22C004D-D3D0-4F02-A64C-58B869B3C7A0}" srcOrd="0" destOrd="0" presId="urn:microsoft.com/office/officeart/2005/8/layout/vList2"/>
    <dgm:cxn modelId="{E46A5ADD-D902-4E67-A841-710265EF663A}" srcId="{B304A6BF-F0B1-45CD-950E-6417FFF2A4BB}" destId="{63376F35-4DA9-4C8F-AF7D-3A7593FDD3C6}" srcOrd="1" destOrd="0" parTransId="{5B51FE7C-4741-4ACF-BBD1-F447DE4C6777}" sibTransId="{6305AF15-ECFD-4680-9710-569DF4888648}"/>
    <dgm:cxn modelId="{491E12EB-3B72-424B-AC4F-9D72E309480D}" srcId="{F344042A-3EE1-4643-B392-27A47B45FC9B}" destId="{2F677B03-438E-453D-8977-4ECC620B5ABB}" srcOrd="2" destOrd="0" parTransId="{B2B8D60D-F42D-4843-A16D-2EAB1A43AE32}" sibTransId="{D263CEF3-26F2-4B0E-B834-1EC019FD95D3}"/>
    <dgm:cxn modelId="{229AF5FF-B720-4410-8DF6-758D249F0042}" type="presParOf" srcId="{F22C004D-D3D0-4F02-A64C-58B869B3C7A0}" destId="{98BB0BBE-ABC2-46C4-AC69-159099453FB4}" srcOrd="0" destOrd="0" presId="urn:microsoft.com/office/officeart/2005/8/layout/vList2"/>
    <dgm:cxn modelId="{EDF687F1-F60D-4B99-980E-23D225EC0FBE}" type="presParOf" srcId="{F22C004D-D3D0-4F02-A64C-58B869B3C7A0}" destId="{AE880FCB-31E7-42A9-A999-DE455003AF40}" srcOrd="1" destOrd="0" presId="urn:microsoft.com/office/officeart/2005/8/layout/vList2"/>
    <dgm:cxn modelId="{B9912CE9-8CC1-49C3-BC28-7F703A32631A}" type="presParOf" srcId="{F22C004D-D3D0-4F02-A64C-58B869B3C7A0}" destId="{C3E1DBF6-6506-4E0B-BA50-0924D32D496F}" srcOrd="2" destOrd="0" presId="urn:microsoft.com/office/officeart/2005/8/layout/vList2"/>
    <dgm:cxn modelId="{F88E3288-58A2-4DDC-9495-D7C72971978B}" type="presParOf" srcId="{F22C004D-D3D0-4F02-A64C-58B869B3C7A0}" destId="{2ED09C31-1723-4A94-BB05-B49101ECB27F}" srcOrd="3" destOrd="0" presId="urn:microsoft.com/office/officeart/2005/8/layout/vList2"/>
    <dgm:cxn modelId="{160AA5CA-2C6A-4EDB-8FB7-7417A1560DAA}" type="presParOf" srcId="{F22C004D-D3D0-4F02-A64C-58B869B3C7A0}" destId="{13A5B21C-A250-4803-8FBE-4222278ACD0A}" srcOrd="4" destOrd="0" presId="urn:microsoft.com/office/officeart/2005/8/layout/vList2"/>
    <dgm:cxn modelId="{35E00D3B-9A19-40D4-8E56-C084B100F6FE}" type="presParOf" srcId="{F22C004D-D3D0-4F02-A64C-58B869B3C7A0}" destId="{F3340641-6D1A-4C92-BF3D-8FD35CB04A2D}" srcOrd="5" destOrd="0" presId="urn:microsoft.com/office/officeart/2005/8/layout/vList2"/>
    <dgm:cxn modelId="{FE6E2B96-928B-4AA7-B784-956C014B2E2E}" type="presParOf" srcId="{F22C004D-D3D0-4F02-A64C-58B869B3C7A0}" destId="{8D064078-D4DE-4DC5-8755-BE29B7AD5B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202F89C-3732-4FAB-A3EC-333CA696D17E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245BDA3-256B-4CEF-9835-E58D5D84C835}">
      <dgm:prSet/>
      <dgm:spPr/>
      <dgm:t>
        <a:bodyPr/>
        <a:lstStyle/>
        <a:p>
          <a:r>
            <a:rPr lang="en-US"/>
            <a:t>Interfaces are not objects</a:t>
          </a:r>
        </a:p>
      </dgm:t>
    </dgm:pt>
    <dgm:pt modelId="{4C70E6AF-C7C7-407B-B929-C4CFD6E1BD80}" type="parTrans" cxnId="{9715BA96-94B0-4F43-9A2E-2D4FECE8DBD7}">
      <dgm:prSet/>
      <dgm:spPr/>
      <dgm:t>
        <a:bodyPr/>
        <a:lstStyle/>
        <a:p>
          <a:endParaRPr lang="en-US"/>
        </a:p>
      </dgm:t>
    </dgm:pt>
    <dgm:pt modelId="{229C2C58-8C6B-4546-812C-A75C230939EE}" type="sibTrans" cxnId="{9715BA96-94B0-4F43-9A2E-2D4FECE8DBD7}">
      <dgm:prSet/>
      <dgm:spPr/>
      <dgm:t>
        <a:bodyPr/>
        <a:lstStyle/>
        <a:p>
          <a:endParaRPr lang="en-US"/>
        </a:p>
      </dgm:t>
    </dgm:pt>
    <dgm:pt modelId="{EE9A62F3-42DF-4181-A0F1-DAC445D71FAD}">
      <dgm:prSet/>
      <dgm:spPr/>
      <dgm:t>
        <a:bodyPr/>
        <a:lstStyle/>
        <a:p>
          <a:r>
            <a:rPr lang="en-US"/>
            <a:t>There are no constructors</a:t>
          </a:r>
        </a:p>
      </dgm:t>
    </dgm:pt>
    <dgm:pt modelId="{18CFA95C-1B4B-4AA7-971D-22E0F80B4B35}" type="parTrans" cxnId="{D9CA7975-14AF-4F1B-95E3-399B19E97226}">
      <dgm:prSet/>
      <dgm:spPr/>
      <dgm:t>
        <a:bodyPr/>
        <a:lstStyle/>
        <a:p>
          <a:endParaRPr lang="en-US"/>
        </a:p>
      </dgm:t>
    </dgm:pt>
    <dgm:pt modelId="{B7628294-FB1C-45ED-A434-2A7DA59E4BDF}" type="sibTrans" cxnId="{D9CA7975-14AF-4F1B-95E3-399B19E97226}">
      <dgm:prSet/>
      <dgm:spPr/>
      <dgm:t>
        <a:bodyPr/>
        <a:lstStyle/>
        <a:p>
          <a:endParaRPr lang="en-US"/>
        </a:p>
      </dgm:t>
    </dgm:pt>
    <dgm:pt modelId="{9F8856D4-E11B-47BE-A1E9-DF531C18B940}">
      <dgm:prSet/>
      <dgm:spPr/>
      <dgm:t>
        <a:bodyPr/>
        <a:lstStyle/>
        <a:p>
          <a:r>
            <a:rPr lang="en-US"/>
            <a:t>There are no class members, only static constants</a:t>
          </a:r>
        </a:p>
      </dgm:t>
    </dgm:pt>
    <dgm:pt modelId="{F14B7D29-13BE-4D09-ACD1-6D6AAE970D7C}" type="parTrans" cxnId="{B8218439-9E28-4B4C-80DF-729A879B093D}">
      <dgm:prSet/>
      <dgm:spPr/>
      <dgm:t>
        <a:bodyPr/>
        <a:lstStyle/>
        <a:p>
          <a:endParaRPr lang="en-US"/>
        </a:p>
      </dgm:t>
    </dgm:pt>
    <dgm:pt modelId="{BB520203-4A2D-472A-AEE3-4C180D9558A6}" type="sibTrans" cxnId="{B8218439-9E28-4B4C-80DF-729A879B093D}">
      <dgm:prSet/>
      <dgm:spPr/>
      <dgm:t>
        <a:bodyPr/>
        <a:lstStyle/>
        <a:p>
          <a:endParaRPr lang="en-US"/>
        </a:p>
      </dgm:t>
    </dgm:pt>
    <dgm:pt modelId="{A2411945-2FC0-4B47-BB44-5AFB8F4A74D6}">
      <dgm:prSet/>
      <dgm:spPr/>
      <dgm:t>
        <a:bodyPr/>
        <a:lstStyle/>
        <a:p>
          <a:r>
            <a:rPr lang="en-US"/>
            <a:t>Abstract methods have no implementation and must be overridden</a:t>
          </a:r>
        </a:p>
      </dgm:t>
    </dgm:pt>
    <dgm:pt modelId="{AD6566A3-B630-4A3B-8D6A-0145E9715338}" type="parTrans" cxnId="{BC089F86-EAD9-4931-BFC2-BBDD7E820AB8}">
      <dgm:prSet/>
      <dgm:spPr/>
      <dgm:t>
        <a:bodyPr/>
        <a:lstStyle/>
        <a:p>
          <a:endParaRPr lang="en-US"/>
        </a:p>
      </dgm:t>
    </dgm:pt>
    <dgm:pt modelId="{CDB6341C-D9D3-4E68-8BFC-E8D70112A663}" type="sibTrans" cxnId="{BC089F86-EAD9-4931-BFC2-BBDD7E820AB8}">
      <dgm:prSet/>
      <dgm:spPr/>
      <dgm:t>
        <a:bodyPr/>
        <a:lstStyle/>
        <a:p>
          <a:endParaRPr lang="en-US"/>
        </a:p>
      </dgm:t>
    </dgm:pt>
    <dgm:pt modelId="{0AFEBA4D-06C8-4152-B448-2222F100744E}">
      <dgm:prSet/>
      <dgm:spPr/>
      <dgm:t>
        <a:bodyPr/>
        <a:lstStyle/>
        <a:p>
          <a:r>
            <a:rPr lang="en-US"/>
            <a:t>Default methods only exist if the class does not define one</a:t>
          </a:r>
        </a:p>
      </dgm:t>
    </dgm:pt>
    <dgm:pt modelId="{87B6EFEC-3F60-46CF-9953-BE48280B5D57}" type="parTrans" cxnId="{9514F45E-73D7-45DB-9218-D5822D8C0821}">
      <dgm:prSet/>
      <dgm:spPr/>
      <dgm:t>
        <a:bodyPr/>
        <a:lstStyle/>
        <a:p>
          <a:endParaRPr lang="en-US"/>
        </a:p>
      </dgm:t>
    </dgm:pt>
    <dgm:pt modelId="{92FCF9D6-C034-4DAF-8998-945C8ADBB5E1}" type="sibTrans" cxnId="{9514F45E-73D7-45DB-9218-D5822D8C0821}">
      <dgm:prSet/>
      <dgm:spPr/>
      <dgm:t>
        <a:bodyPr/>
        <a:lstStyle/>
        <a:p>
          <a:endParaRPr lang="en-US"/>
        </a:p>
      </dgm:t>
    </dgm:pt>
    <dgm:pt modelId="{DE1426D1-7828-41AB-8C0F-A1C49E4D38D2}">
      <dgm:prSet/>
      <dgm:spPr/>
      <dgm:t>
        <a:bodyPr/>
        <a:lstStyle/>
        <a:p>
          <a:r>
            <a:rPr lang="en-US"/>
            <a:t>Private interface methods only exist to support default methods</a:t>
          </a:r>
        </a:p>
      </dgm:t>
    </dgm:pt>
    <dgm:pt modelId="{C77D70B5-E04C-41A5-A4F4-834500330944}" type="parTrans" cxnId="{33FE62BE-57A1-4ED7-BF5C-C1E3E85465AA}">
      <dgm:prSet/>
      <dgm:spPr/>
      <dgm:t>
        <a:bodyPr/>
        <a:lstStyle/>
        <a:p>
          <a:endParaRPr lang="en-US"/>
        </a:p>
      </dgm:t>
    </dgm:pt>
    <dgm:pt modelId="{8DD14B5C-5C46-4C64-B024-B700BFB264ED}" type="sibTrans" cxnId="{33FE62BE-57A1-4ED7-BF5C-C1E3E85465AA}">
      <dgm:prSet/>
      <dgm:spPr/>
      <dgm:t>
        <a:bodyPr/>
        <a:lstStyle/>
        <a:p>
          <a:endParaRPr lang="en-US"/>
        </a:p>
      </dgm:t>
    </dgm:pt>
    <dgm:pt modelId="{8338AA50-E84B-467C-BCB9-CFD84D3B3882}">
      <dgm:prSet/>
      <dgm:spPr/>
      <dgm:t>
        <a:bodyPr/>
        <a:lstStyle/>
        <a:p>
          <a:r>
            <a:rPr lang="en-US"/>
            <a:t>There is a type, but not an identity, because they are not instantiated</a:t>
          </a:r>
        </a:p>
      </dgm:t>
    </dgm:pt>
    <dgm:pt modelId="{A1972765-2ABF-4F0F-9DF8-4F07C9E6A1BA}" type="parTrans" cxnId="{6F6B33B0-3548-4CBC-9B39-D9FA71315EA8}">
      <dgm:prSet/>
      <dgm:spPr/>
      <dgm:t>
        <a:bodyPr/>
        <a:lstStyle/>
        <a:p>
          <a:endParaRPr lang="en-US"/>
        </a:p>
      </dgm:t>
    </dgm:pt>
    <dgm:pt modelId="{0B16CE99-7D82-42AA-A48D-9A7D12C23CB8}" type="sibTrans" cxnId="{6F6B33B0-3548-4CBC-9B39-D9FA71315EA8}">
      <dgm:prSet/>
      <dgm:spPr/>
      <dgm:t>
        <a:bodyPr/>
        <a:lstStyle/>
        <a:p>
          <a:endParaRPr lang="en-US"/>
        </a:p>
      </dgm:t>
    </dgm:pt>
    <dgm:pt modelId="{59D8B960-CCE0-4613-9E03-02FF9EC30A46}">
      <dgm:prSet/>
      <dgm:spPr/>
      <dgm:t>
        <a:bodyPr/>
        <a:lstStyle/>
        <a:p>
          <a:r>
            <a:rPr lang="en-US" dirty="0"/>
            <a:t>You cannot have two types that are the same</a:t>
          </a:r>
        </a:p>
      </dgm:t>
    </dgm:pt>
    <dgm:pt modelId="{4A6A902E-55CF-43E8-A14B-8A533D81A202}" type="parTrans" cxnId="{6BDE6DA3-92E1-4191-B5EE-4D72224A7D55}">
      <dgm:prSet/>
      <dgm:spPr/>
      <dgm:t>
        <a:bodyPr/>
        <a:lstStyle/>
        <a:p>
          <a:endParaRPr lang="en-US"/>
        </a:p>
      </dgm:t>
    </dgm:pt>
    <dgm:pt modelId="{795948EA-676A-499F-9EA4-51936F52760C}" type="sibTrans" cxnId="{6BDE6DA3-92E1-4191-B5EE-4D72224A7D55}">
      <dgm:prSet/>
      <dgm:spPr/>
      <dgm:t>
        <a:bodyPr/>
        <a:lstStyle/>
        <a:p>
          <a:endParaRPr lang="en-US"/>
        </a:p>
      </dgm:t>
    </dgm:pt>
    <dgm:pt modelId="{F67D0FD6-3E90-4058-A731-F0C71D1EBAE9}" type="pres">
      <dgm:prSet presAssocID="{C202F89C-3732-4FAB-A3EC-333CA696D17E}" presName="linear" presStyleCnt="0">
        <dgm:presLayoutVars>
          <dgm:animLvl val="lvl"/>
          <dgm:resizeHandles val="exact"/>
        </dgm:presLayoutVars>
      </dgm:prSet>
      <dgm:spPr/>
    </dgm:pt>
    <dgm:pt modelId="{C7C2E5DA-2C69-4D5F-9F87-6C7288400F61}" type="pres">
      <dgm:prSet presAssocID="{C245BDA3-256B-4CEF-9835-E58D5D84C83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322460B-05AD-4963-8F84-8D9E1B69D2A2}" type="pres">
      <dgm:prSet presAssocID="{C245BDA3-256B-4CEF-9835-E58D5D84C835}" presName="childText" presStyleLbl="revTx" presStyleIdx="0" presStyleCnt="1">
        <dgm:presLayoutVars>
          <dgm:bulletEnabled val="1"/>
        </dgm:presLayoutVars>
      </dgm:prSet>
      <dgm:spPr/>
    </dgm:pt>
    <dgm:pt modelId="{B5A64085-1789-4DAB-8B14-A6545E8CB963}" type="pres">
      <dgm:prSet presAssocID="{59D8B960-CCE0-4613-9E03-02FF9EC30A4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2CFB80A-5043-4A15-9E22-E19C7E4CD6F2}" type="presOf" srcId="{8338AA50-E84B-467C-BCB9-CFD84D3B3882}" destId="{1322460B-05AD-4963-8F84-8D9E1B69D2A2}" srcOrd="0" destOrd="5" presId="urn:microsoft.com/office/officeart/2005/8/layout/vList2"/>
    <dgm:cxn modelId="{0C12FF18-F9E7-4E66-99EF-7257F388AB30}" type="presOf" srcId="{0AFEBA4D-06C8-4152-B448-2222F100744E}" destId="{1322460B-05AD-4963-8F84-8D9E1B69D2A2}" srcOrd="0" destOrd="3" presId="urn:microsoft.com/office/officeart/2005/8/layout/vList2"/>
    <dgm:cxn modelId="{B8218439-9E28-4B4C-80DF-729A879B093D}" srcId="{C245BDA3-256B-4CEF-9835-E58D5D84C835}" destId="{9F8856D4-E11B-47BE-A1E9-DF531C18B940}" srcOrd="1" destOrd="0" parTransId="{F14B7D29-13BE-4D09-ACD1-6D6AAE970D7C}" sibTransId="{BB520203-4A2D-472A-AEE3-4C180D9558A6}"/>
    <dgm:cxn modelId="{9514F45E-73D7-45DB-9218-D5822D8C0821}" srcId="{C245BDA3-256B-4CEF-9835-E58D5D84C835}" destId="{0AFEBA4D-06C8-4152-B448-2222F100744E}" srcOrd="3" destOrd="0" parTransId="{87B6EFEC-3F60-46CF-9953-BE48280B5D57}" sibTransId="{92FCF9D6-C034-4DAF-8998-945C8ADBB5E1}"/>
    <dgm:cxn modelId="{E8065A49-BD7F-43C8-9941-338FB565F7B8}" type="presOf" srcId="{C202F89C-3732-4FAB-A3EC-333CA696D17E}" destId="{F67D0FD6-3E90-4058-A731-F0C71D1EBAE9}" srcOrd="0" destOrd="0" presId="urn:microsoft.com/office/officeart/2005/8/layout/vList2"/>
    <dgm:cxn modelId="{3295F84B-217C-4229-BC48-02C9AFA327B3}" type="presOf" srcId="{59D8B960-CCE0-4613-9E03-02FF9EC30A46}" destId="{B5A64085-1789-4DAB-8B14-A6545E8CB963}" srcOrd="0" destOrd="0" presId="urn:microsoft.com/office/officeart/2005/8/layout/vList2"/>
    <dgm:cxn modelId="{D9CA7975-14AF-4F1B-95E3-399B19E97226}" srcId="{C245BDA3-256B-4CEF-9835-E58D5D84C835}" destId="{EE9A62F3-42DF-4181-A0F1-DAC445D71FAD}" srcOrd="0" destOrd="0" parTransId="{18CFA95C-1B4B-4AA7-971D-22E0F80B4B35}" sibTransId="{B7628294-FB1C-45ED-A434-2A7DA59E4BDF}"/>
    <dgm:cxn modelId="{67585159-E40B-4E06-83C5-BF6BEFC26FBC}" type="presOf" srcId="{DE1426D1-7828-41AB-8C0F-A1C49E4D38D2}" destId="{1322460B-05AD-4963-8F84-8D9E1B69D2A2}" srcOrd="0" destOrd="4" presId="urn:microsoft.com/office/officeart/2005/8/layout/vList2"/>
    <dgm:cxn modelId="{09E92D7D-8431-4C78-A9F8-F7CD79C33C26}" type="presOf" srcId="{EE9A62F3-42DF-4181-A0F1-DAC445D71FAD}" destId="{1322460B-05AD-4963-8F84-8D9E1B69D2A2}" srcOrd="0" destOrd="0" presId="urn:microsoft.com/office/officeart/2005/8/layout/vList2"/>
    <dgm:cxn modelId="{BC089F86-EAD9-4931-BFC2-BBDD7E820AB8}" srcId="{C245BDA3-256B-4CEF-9835-E58D5D84C835}" destId="{A2411945-2FC0-4B47-BB44-5AFB8F4A74D6}" srcOrd="2" destOrd="0" parTransId="{AD6566A3-B630-4A3B-8D6A-0145E9715338}" sibTransId="{CDB6341C-D9D3-4E68-8BFC-E8D70112A663}"/>
    <dgm:cxn modelId="{9715BA96-94B0-4F43-9A2E-2D4FECE8DBD7}" srcId="{C202F89C-3732-4FAB-A3EC-333CA696D17E}" destId="{C245BDA3-256B-4CEF-9835-E58D5D84C835}" srcOrd="0" destOrd="0" parTransId="{4C70E6AF-C7C7-407B-B929-C4CFD6E1BD80}" sibTransId="{229C2C58-8C6B-4546-812C-A75C230939EE}"/>
    <dgm:cxn modelId="{61C1BE99-7459-40F8-B7EE-F7B2947ACD2B}" type="presOf" srcId="{C245BDA3-256B-4CEF-9835-E58D5D84C835}" destId="{C7C2E5DA-2C69-4D5F-9F87-6C7288400F61}" srcOrd="0" destOrd="0" presId="urn:microsoft.com/office/officeart/2005/8/layout/vList2"/>
    <dgm:cxn modelId="{6BDE6DA3-92E1-4191-B5EE-4D72224A7D55}" srcId="{C202F89C-3732-4FAB-A3EC-333CA696D17E}" destId="{59D8B960-CCE0-4613-9E03-02FF9EC30A46}" srcOrd="1" destOrd="0" parTransId="{4A6A902E-55CF-43E8-A14B-8A533D81A202}" sibTransId="{795948EA-676A-499F-9EA4-51936F52760C}"/>
    <dgm:cxn modelId="{6F6B33B0-3548-4CBC-9B39-D9FA71315EA8}" srcId="{C245BDA3-256B-4CEF-9835-E58D5D84C835}" destId="{8338AA50-E84B-467C-BCB9-CFD84D3B3882}" srcOrd="5" destOrd="0" parTransId="{A1972765-2ABF-4F0F-9DF8-4F07C9E6A1BA}" sibTransId="{0B16CE99-7D82-42AA-A48D-9A7D12C23CB8}"/>
    <dgm:cxn modelId="{33FE62BE-57A1-4ED7-BF5C-C1E3E85465AA}" srcId="{C245BDA3-256B-4CEF-9835-E58D5D84C835}" destId="{DE1426D1-7828-41AB-8C0F-A1C49E4D38D2}" srcOrd="4" destOrd="0" parTransId="{C77D70B5-E04C-41A5-A4F4-834500330944}" sibTransId="{8DD14B5C-5C46-4C64-B024-B700BFB264ED}"/>
    <dgm:cxn modelId="{1C97F5C2-370E-4F61-84EA-D9774352A62C}" type="presOf" srcId="{9F8856D4-E11B-47BE-A1E9-DF531C18B940}" destId="{1322460B-05AD-4963-8F84-8D9E1B69D2A2}" srcOrd="0" destOrd="1" presId="urn:microsoft.com/office/officeart/2005/8/layout/vList2"/>
    <dgm:cxn modelId="{B60C1BF5-D698-4D6A-8255-D7FFC0B0828C}" type="presOf" srcId="{A2411945-2FC0-4B47-BB44-5AFB8F4A74D6}" destId="{1322460B-05AD-4963-8F84-8D9E1B69D2A2}" srcOrd="0" destOrd="2" presId="urn:microsoft.com/office/officeart/2005/8/layout/vList2"/>
    <dgm:cxn modelId="{FF41828A-3CC7-4562-8788-361F4B0CF9A6}" type="presParOf" srcId="{F67D0FD6-3E90-4058-A731-F0C71D1EBAE9}" destId="{C7C2E5DA-2C69-4D5F-9F87-6C7288400F61}" srcOrd="0" destOrd="0" presId="urn:microsoft.com/office/officeart/2005/8/layout/vList2"/>
    <dgm:cxn modelId="{37F96FE4-0E66-4A28-80CF-3F646B3E923C}" type="presParOf" srcId="{F67D0FD6-3E90-4058-A731-F0C71D1EBAE9}" destId="{1322460B-05AD-4963-8F84-8D9E1B69D2A2}" srcOrd="1" destOrd="0" presId="urn:microsoft.com/office/officeart/2005/8/layout/vList2"/>
    <dgm:cxn modelId="{8E09739A-062D-4873-8CC0-2D38C38AB640}" type="presParOf" srcId="{F67D0FD6-3E90-4058-A731-F0C71D1EBAE9}" destId="{B5A64085-1789-4DAB-8B14-A6545E8CB96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202F89C-3732-4FAB-A3EC-333CA696D17E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245BDA3-256B-4CEF-9835-E58D5D84C835}">
      <dgm:prSet/>
      <dgm:spPr/>
      <dgm:t>
        <a:bodyPr/>
        <a:lstStyle/>
        <a:p>
          <a:r>
            <a:rPr lang="en-US" dirty="0"/>
            <a:t>A class…</a:t>
          </a:r>
        </a:p>
      </dgm:t>
    </dgm:pt>
    <dgm:pt modelId="{4C70E6AF-C7C7-407B-B929-C4CFD6E1BD80}" type="parTrans" cxnId="{9715BA96-94B0-4F43-9A2E-2D4FECE8DBD7}">
      <dgm:prSet/>
      <dgm:spPr/>
      <dgm:t>
        <a:bodyPr/>
        <a:lstStyle/>
        <a:p>
          <a:endParaRPr lang="en-US"/>
        </a:p>
      </dgm:t>
    </dgm:pt>
    <dgm:pt modelId="{229C2C58-8C6B-4546-812C-A75C230939EE}" type="sibTrans" cxnId="{9715BA96-94B0-4F43-9A2E-2D4FECE8DBD7}">
      <dgm:prSet/>
      <dgm:spPr/>
      <dgm:t>
        <a:bodyPr/>
        <a:lstStyle/>
        <a:p>
          <a:endParaRPr lang="en-US"/>
        </a:p>
      </dgm:t>
    </dgm:pt>
    <dgm:pt modelId="{EE9A62F3-42DF-4181-A0F1-DAC445D71FAD}">
      <dgm:prSet/>
      <dgm:spPr/>
      <dgm:t>
        <a:bodyPr/>
        <a:lstStyle/>
        <a:p>
          <a:r>
            <a:rPr lang="en-US" dirty="0"/>
            <a:t>Can “extend” only one other class</a:t>
          </a:r>
        </a:p>
      </dgm:t>
    </dgm:pt>
    <dgm:pt modelId="{18CFA95C-1B4B-4AA7-971D-22E0F80B4B35}" type="parTrans" cxnId="{D9CA7975-14AF-4F1B-95E3-399B19E97226}">
      <dgm:prSet/>
      <dgm:spPr/>
      <dgm:t>
        <a:bodyPr/>
        <a:lstStyle/>
        <a:p>
          <a:endParaRPr lang="en-US"/>
        </a:p>
      </dgm:t>
    </dgm:pt>
    <dgm:pt modelId="{B7628294-FB1C-45ED-A434-2A7DA59E4BDF}" type="sibTrans" cxnId="{D9CA7975-14AF-4F1B-95E3-399B19E97226}">
      <dgm:prSet/>
      <dgm:spPr/>
      <dgm:t>
        <a:bodyPr/>
        <a:lstStyle/>
        <a:p>
          <a:endParaRPr lang="en-US"/>
        </a:p>
      </dgm:t>
    </dgm:pt>
    <dgm:pt modelId="{59D8B960-CCE0-4613-9E03-02FF9EC30A46}">
      <dgm:prSet/>
      <dgm:spPr/>
      <dgm:t>
        <a:bodyPr/>
        <a:lstStyle/>
        <a:p>
          <a:r>
            <a:rPr lang="en-US" dirty="0"/>
            <a:t>An interface…</a:t>
          </a:r>
        </a:p>
      </dgm:t>
    </dgm:pt>
    <dgm:pt modelId="{4A6A902E-55CF-43E8-A14B-8A533D81A202}" type="parTrans" cxnId="{6BDE6DA3-92E1-4191-B5EE-4D72224A7D55}">
      <dgm:prSet/>
      <dgm:spPr/>
      <dgm:t>
        <a:bodyPr/>
        <a:lstStyle/>
        <a:p>
          <a:endParaRPr lang="en-US"/>
        </a:p>
      </dgm:t>
    </dgm:pt>
    <dgm:pt modelId="{795948EA-676A-499F-9EA4-51936F52760C}" type="sibTrans" cxnId="{6BDE6DA3-92E1-4191-B5EE-4D72224A7D55}">
      <dgm:prSet/>
      <dgm:spPr/>
      <dgm:t>
        <a:bodyPr/>
        <a:lstStyle/>
        <a:p>
          <a:endParaRPr lang="en-US"/>
        </a:p>
      </dgm:t>
    </dgm:pt>
    <dgm:pt modelId="{12EE6458-C85C-4F7C-8EEB-30A23E9C756D}">
      <dgm:prSet/>
      <dgm:spPr/>
      <dgm:t>
        <a:bodyPr/>
        <a:lstStyle/>
        <a:p>
          <a:r>
            <a:rPr lang="en-US"/>
            <a:t>Can “implement” any number of interfaces</a:t>
          </a:r>
          <a:endParaRPr lang="en-US" dirty="0"/>
        </a:p>
      </dgm:t>
    </dgm:pt>
    <dgm:pt modelId="{5F796C4B-53AF-48F0-8A3C-DD8A45B6E3CF}" type="parTrans" cxnId="{E8B3C357-E15F-4675-B83C-F1673A89FE30}">
      <dgm:prSet/>
      <dgm:spPr/>
      <dgm:t>
        <a:bodyPr/>
        <a:lstStyle/>
        <a:p>
          <a:endParaRPr lang="en-US"/>
        </a:p>
      </dgm:t>
    </dgm:pt>
    <dgm:pt modelId="{568E1929-1334-494F-B5D5-227CD9A32FCE}" type="sibTrans" cxnId="{E8B3C357-E15F-4675-B83C-F1673A89FE30}">
      <dgm:prSet/>
      <dgm:spPr/>
      <dgm:t>
        <a:bodyPr/>
        <a:lstStyle/>
        <a:p>
          <a:endParaRPr lang="en-US"/>
        </a:p>
      </dgm:t>
    </dgm:pt>
    <dgm:pt modelId="{10A59B5C-2379-4ACF-BA64-7F5FABEB75F8}">
      <dgm:prSet/>
      <dgm:spPr/>
      <dgm:t>
        <a:bodyPr/>
        <a:lstStyle/>
        <a:p>
          <a:r>
            <a:rPr lang="en-US" dirty="0"/>
            <a:t>Cannot “extend” an interface</a:t>
          </a:r>
        </a:p>
      </dgm:t>
    </dgm:pt>
    <dgm:pt modelId="{7F2F01D7-4EF7-45C7-80CD-EE34473D4ECB}" type="parTrans" cxnId="{E2D3AB63-E70C-4CFE-B1D4-964679973F03}">
      <dgm:prSet/>
      <dgm:spPr/>
      <dgm:t>
        <a:bodyPr/>
        <a:lstStyle/>
        <a:p>
          <a:endParaRPr lang="en-US"/>
        </a:p>
      </dgm:t>
    </dgm:pt>
    <dgm:pt modelId="{2151DB48-FBCE-49C7-ACAD-E7315FB048AB}" type="sibTrans" cxnId="{E2D3AB63-E70C-4CFE-B1D4-964679973F03}">
      <dgm:prSet/>
      <dgm:spPr/>
      <dgm:t>
        <a:bodyPr/>
        <a:lstStyle/>
        <a:p>
          <a:endParaRPr lang="en-US"/>
        </a:p>
      </dgm:t>
    </dgm:pt>
    <dgm:pt modelId="{1F02D2C3-C73B-4D20-8C72-E0E6AEFF95EB}">
      <dgm:prSet/>
      <dgm:spPr/>
      <dgm:t>
        <a:bodyPr/>
        <a:lstStyle/>
        <a:p>
          <a:r>
            <a:rPr lang="en-US"/>
            <a:t>Cannot “implement” a class</a:t>
          </a:r>
          <a:endParaRPr lang="en-US" dirty="0"/>
        </a:p>
      </dgm:t>
    </dgm:pt>
    <dgm:pt modelId="{74993C9B-958E-4C6C-96C0-E5F9F8812ADB}" type="parTrans" cxnId="{50E217B2-424F-4244-B145-BACB947EB9F7}">
      <dgm:prSet/>
      <dgm:spPr/>
      <dgm:t>
        <a:bodyPr/>
        <a:lstStyle/>
        <a:p>
          <a:endParaRPr lang="en-US"/>
        </a:p>
      </dgm:t>
    </dgm:pt>
    <dgm:pt modelId="{DEC55D11-A900-4771-BE43-2F283F477019}" type="sibTrans" cxnId="{50E217B2-424F-4244-B145-BACB947EB9F7}">
      <dgm:prSet/>
      <dgm:spPr/>
      <dgm:t>
        <a:bodyPr/>
        <a:lstStyle/>
        <a:p>
          <a:endParaRPr lang="en-US"/>
        </a:p>
      </dgm:t>
    </dgm:pt>
    <dgm:pt modelId="{FBFC92EE-D1E2-4BC0-87EC-26C9C80B0413}">
      <dgm:prSet/>
      <dgm:spPr/>
      <dgm:t>
        <a:bodyPr/>
        <a:lstStyle/>
        <a:p>
          <a:r>
            <a:rPr lang="en-US" dirty="0"/>
            <a:t>Can “extend” any number of interfaces</a:t>
          </a:r>
        </a:p>
      </dgm:t>
    </dgm:pt>
    <dgm:pt modelId="{97DE54F2-E497-4C84-8B8C-253E99079B5F}" type="parTrans" cxnId="{C43B778F-EF3C-41CB-BB94-6489334AAC6B}">
      <dgm:prSet/>
      <dgm:spPr/>
      <dgm:t>
        <a:bodyPr/>
        <a:lstStyle/>
        <a:p>
          <a:endParaRPr lang="en-US"/>
        </a:p>
      </dgm:t>
    </dgm:pt>
    <dgm:pt modelId="{98B0A814-3FF3-4067-BA08-36D63919561A}" type="sibTrans" cxnId="{C43B778F-EF3C-41CB-BB94-6489334AAC6B}">
      <dgm:prSet/>
      <dgm:spPr/>
      <dgm:t>
        <a:bodyPr/>
        <a:lstStyle/>
        <a:p>
          <a:endParaRPr lang="en-US"/>
        </a:p>
      </dgm:t>
    </dgm:pt>
    <dgm:pt modelId="{17BC0ED7-52DE-4CCB-8B4E-03F5031B8851}">
      <dgm:prSet/>
      <dgm:spPr/>
      <dgm:t>
        <a:bodyPr/>
        <a:lstStyle/>
        <a:p>
          <a:r>
            <a:rPr lang="en-US" dirty="0"/>
            <a:t>Cannot “implement” an interface</a:t>
          </a:r>
        </a:p>
      </dgm:t>
    </dgm:pt>
    <dgm:pt modelId="{E2396BE1-E9C2-4D76-B823-2ECCD36D0960}" type="parTrans" cxnId="{B0DFCD4B-88CF-4C25-B454-E378924F6899}">
      <dgm:prSet/>
      <dgm:spPr/>
      <dgm:t>
        <a:bodyPr/>
        <a:lstStyle/>
        <a:p>
          <a:endParaRPr lang="en-US"/>
        </a:p>
      </dgm:t>
    </dgm:pt>
    <dgm:pt modelId="{2C955EAE-9E12-4864-92C6-D0A157D7B217}" type="sibTrans" cxnId="{B0DFCD4B-88CF-4C25-B454-E378924F6899}">
      <dgm:prSet/>
      <dgm:spPr/>
      <dgm:t>
        <a:bodyPr/>
        <a:lstStyle/>
        <a:p>
          <a:endParaRPr lang="en-US"/>
        </a:p>
      </dgm:t>
    </dgm:pt>
    <dgm:pt modelId="{9C2D8221-BDE2-4012-B116-43A15CE6FB18}">
      <dgm:prSet/>
      <dgm:spPr/>
      <dgm:t>
        <a:bodyPr/>
        <a:lstStyle/>
        <a:p>
          <a:r>
            <a:rPr lang="en-US" dirty="0"/>
            <a:t>Cannot “extend” a class</a:t>
          </a:r>
        </a:p>
      </dgm:t>
    </dgm:pt>
    <dgm:pt modelId="{629FC6F4-9F08-4CFF-A286-92FA3AD78ACB}" type="parTrans" cxnId="{4C6F61B5-9CAE-4BD2-B61F-E1736DBF6E9A}">
      <dgm:prSet/>
      <dgm:spPr/>
      <dgm:t>
        <a:bodyPr/>
        <a:lstStyle/>
        <a:p>
          <a:endParaRPr lang="en-US"/>
        </a:p>
      </dgm:t>
    </dgm:pt>
    <dgm:pt modelId="{44119BCC-7682-4E30-A37F-E396D49B68CD}" type="sibTrans" cxnId="{4C6F61B5-9CAE-4BD2-B61F-E1736DBF6E9A}">
      <dgm:prSet/>
      <dgm:spPr/>
      <dgm:t>
        <a:bodyPr/>
        <a:lstStyle/>
        <a:p>
          <a:endParaRPr lang="en-US"/>
        </a:p>
      </dgm:t>
    </dgm:pt>
    <dgm:pt modelId="{9C48D9CE-DBFB-4C2B-8000-02AEF4AA994A}">
      <dgm:prSet/>
      <dgm:spPr/>
      <dgm:t>
        <a:bodyPr/>
        <a:lstStyle/>
        <a:p>
          <a:r>
            <a:rPr lang="en-US" dirty="0"/>
            <a:t>Cannot “implement” a class</a:t>
          </a:r>
        </a:p>
      </dgm:t>
    </dgm:pt>
    <dgm:pt modelId="{0B92FFB6-4189-4A24-A9E7-063710A2BD22}" type="parTrans" cxnId="{AA968872-C804-4147-889B-C984D478D425}">
      <dgm:prSet/>
      <dgm:spPr/>
      <dgm:t>
        <a:bodyPr/>
        <a:lstStyle/>
        <a:p>
          <a:endParaRPr lang="en-US"/>
        </a:p>
      </dgm:t>
    </dgm:pt>
    <dgm:pt modelId="{D9E3C192-B74E-4496-B53B-77DB16E747EA}" type="sibTrans" cxnId="{AA968872-C804-4147-889B-C984D478D425}">
      <dgm:prSet/>
      <dgm:spPr/>
      <dgm:t>
        <a:bodyPr/>
        <a:lstStyle/>
        <a:p>
          <a:endParaRPr lang="en-US"/>
        </a:p>
      </dgm:t>
    </dgm:pt>
    <dgm:pt modelId="{F67D0FD6-3E90-4058-A731-F0C71D1EBAE9}" type="pres">
      <dgm:prSet presAssocID="{C202F89C-3732-4FAB-A3EC-333CA696D17E}" presName="linear" presStyleCnt="0">
        <dgm:presLayoutVars>
          <dgm:animLvl val="lvl"/>
          <dgm:resizeHandles val="exact"/>
        </dgm:presLayoutVars>
      </dgm:prSet>
      <dgm:spPr/>
    </dgm:pt>
    <dgm:pt modelId="{C7C2E5DA-2C69-4D5F-9F87-6C7288400F61}" type="pres">
      <dgm:prSet presAssocID="{C245BDA3-256B-4CEF-9835-E58D5D84C83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322460B-05AD-4963-8F84-8D9E1B69D2A2}" type="pres">
      <dgm:prSet presAssocID="{C245BDA3-256B-4CEF-9835-E58D5D84C835}" presName="childText" presStyleLbl="revTx" presStyleIdx="0" presStyleCnt="2">
        <dgm:presLayoutVars>
          <dgm:bulletEnabled val="1"/>
        </dgm:presLayoutVars>
      </dgm:prSet>
      <dgm:spPr/>
    </dgm:pt>
    <dgm:pt modelId="{B5A64085-1789-4DAB-8B14-A6545E8CB963}" type="pres">
      <dgm:prSet presAssocID="{59D8B960-CCE0-4613-9E03-02FF9EC30A4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32886DA-D10A-4EFA-970E-C9B554DBBADA}" type="pres">
      <dgm:prSet presAssocID="{59D8B960-CCE0-4613-9E03-02FF9EC30A4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43A011A-CB0F-4DB2-A108-FE6B72798949}" type="presOf" srcId="{FBFC92EE-D1E2-4BC0-87EC-26C9C80B0413}" destId="{C32886DA-D10A-4EFA-970E-C9B554DBBADA}" srcOrd="0" destOrd="0" presId="urn:microsoft.com/office/officeart/2005/8/layout/vList2"/>
    <dgm:cxn modelId="{1D72A525-67D0-45C5-B371-962A989E7B59}" type="presOf" srcId="{17BC0ED7-52DE-4CCB-8B4E-03F5031B8851}" destId="{C32886DA-D10A-4EFA-970E-C9B554DBBADA}" srcOrd="0" destOrd="1" presId="urn:microsoft.com/office/officeart/2005/8/layout/vList2"/>
    <dgm:cxn modelId="{E7200327-4332-4352-85F8-1C8EF8BE6E3E}" type="presOf" srcId="{C245BDA3-256B-4CEF-9835-E58D5D84C835}" destId="{C7C2E5DA-2C69-4D5F-9F87-6C7288400F61}" srcOrd="0" destOrd="0" presId="urn:microsoft.com/office/officeart/2005/8/layout/vList2"/>
    <dgm:cxn modelId="{99CE1C5F-4BC6-490B-AA3B-0FF667186FCF}" type="presOf" srcId="{9C48D9CE-DBFB-4C2B-8000-02AEF4AA994A}" destId="{C32886DA-D10A-4EFA-970E-C9B554DBBADA}" srcOrd="0" destOrd="3" presId="urn:microsoft.com/office/officeart/2005/8/layout/vList2"/>
    <dgm:cxn modelId="{E2D3AB63-E70C-4CFE-B1D4-964679973F03}" srcId="{C245BDA3-256B-4CEF-9835-E58D5D84C835}" destId="{10A59B5C-2379-4ACF-BA64-7F5FABEB75F8}" srcOrd="2" destOrd="0" parTransId="{7F2F01D7-4EF7-45C7-80CD-EE34473D4ECB}" sibTransId="{2151DB48-FBCE-49C7-ACAD-E7315FB048AB}"/>
    <dgm:cxn modelId="{E8065A49-BD7F-43C8-9941-338FB565F7B8}" type="presOf" srcId="{C202F89C-3732-4FAB-A3EC-333CA696D17E}" destId="{F67D0FD6-3E90-4058-A731-F0C71D1EBAE9}" srcOrd="0" destOrd="0" presId="urn:microsoft.com/office/officeart/2005/8/layout/vList2"/>
    <dgm:cxn modelId="{CE30956A-FB44-4921-8435-65007D53E1D1}" type="presOf" srcId="{9C2D8221-BDE2-4012-B116-43A15CE6FB18}" destId="{C32886DA-D10A-4EFA-970E-C9B554DBBADA}" srcOrd="0" destOrd="2" presId="urn:microsoft.com/office/officeart/2005/8/layout/vList2"/>
    <dgm:cxn modelId="{B0DFCD4B-88CF-4C25-B454-E378924F6899}" srcId="{59D8B960-CCE0-4613-9E03-02FF9EC30A46}" destId="{17BC0ED7-52DE-4CCB-8B4E-03F5031B8851}" srcOrd="1" destOrd="0" parTransId="{E2396BE1-E9C2-4D76-B823-2ECCD36D0960}" sibTransId="{2C955EAE-9E12-4864-92C6-D0A157D7B217}"/>
    <dgm:cxn modelId="{7B60A36E-1D96-40B9-A50D-47B77F3B235A}" type="presOf" srcId="{EE9A62F3-42DF-4181-A0F1-DAC445D71FAD}" destId="{1322460B-05AD-4963-8F84-8D9E1B69D2A2}" srcOrd="0" destOrd="0" presId="urn:microsoft.com/office/officeart/2005/8/layout/vList2"/>
    <dgm:cxn modelId="{AA968872-C804-4147-889B-C984D478D425}" srcId="{59D8B960-CCE0-4613-9E03-02FF9EC30A46}" destId="{9C48D9CE-DBFB-4C2B-8000-02AEF4AA994A}" srcOrd="3" destOrd="0" parTransId="{0B92FFB6-4189-4A24-A9E7-063710A2BD22}" sibTransId="{D9E3C192-B74E-4496-B53B-77DB16E747EA}"/>
    <dgm:cxn modelId="{D9CA7975-14AF-4F1B-95E3-399B19E97226}" srcId="{C245BDA3-256B-4CEF-9835-E58D5D84C835}" destId="{EE9A62F3-42DF-4181-A0F1-DAC445D71FAD}" srcOrd="0" destOrd="0" parTransId="{18CFA95C-1B4B-4AA7-971D-22E0F80B4B35}" sibTransId="{B7628294-FB1C-45ED-A434-2A7DA59E4BDF}"/>
    <dgm:cxn modelId="{E8B3C357-E15F-4675-B83C-F1673A89FE30}" srcId="{C245BDA3-256B-4CEF-9835-E58D5D84C835}" destId="{12EE6458-C85C-4F7C-8EEB-30A23E9C756D}" srcOrd="1" destOrd="0" parTransId="{5F796C4B-53AF-48F0-8A3C-DD8A45B6E3CF}" sibTransId="{568E1929-1334-494F-B5D5-227CD9A32FCE}"/>
    <dgm:cxn modelId="{C43B778F-EF3C-41CB-BB94-6489334AAC6B}" srcId="{59D8B960-CCE0-4613-9E03-02FF9EC30A46}" destId="{FBFC92EE-D1E2-4BC0-87EC-26C9C80B0413}" srcOrd="0" destOrd="0" parTransId="{97DE54F2-E497-4C84-8B8C-253E99079B5F}" sibTransId="{98B0A814-3FF3-4067-BA08-36D63919561A}"/>
    <dgm:cxn modelId="{C8C13E93-BE4C-40F6-9333-D84588743595}" type="presOf" srcId="{1F02D2C3-C73B-4D20-8C72-E0E6AEFF95EB}" destId="{1322460B-05AD-4963-8F84-8D9E1B69D2A2}" srcOrd="0" destOrd="3" presId="urn:microsoft.com/office/officeart/2005/8/layout/vList2"/>
    <dgm:cxn modelId="{9715BA96-94B0-4F43-9A2E-2D4FECE8DBD7}" srcId="{C202F89C-3732-4FAB-A3EC-333CA696D17E}" destId="{C245BDA3-256B-4CEF-9835-E58D5D84C835}" srcOrd="0" destOrd="0" parTransId="{4C70E6AF-C7C7-407B-B929-C4CFD6E1BD80}" sibTransId="{229C2C58-8C6B-4546-812C-A75C230939EE}"/>
    <dgm:cxn modelId="{6BDE6DA3-92E1-4191-B5EE-4D72224A7D55}" srcId="{C202F89C-3732-4FAB-A3EC-333CA696D17E}" destId="{59D8B960-CCE0-4613-9E03-02FF9EC30A46}" srcOrd="1" destOrd="0" parTransId="{4A6A902E-55CF-43E8-A14B-8A533D81A202}" sibTransId="{795948EA-676A-499F-9EA4-51936F52760C}"/>
    <dgm:cxn modelId="{50E217B2-424F-4244-B145-BACB947EB9F7}" srcId="{C245BDA3-256B-4CEF-9835-E58D5D84C835}" destId="{1F02D2C3-C73B-4D20-8C72-E0E6AEFF95EB}" srcOrd="3" destOrd="0" parTransId="{74993C9B-958E-4C6C-96C0-E5F9F8812ADB}" sibTransId="{DEC55D11-A900-4771-BE43-2F283F477019}"/>
    <dgm:cxn modelId="{4C6F61B5-9CAE-4BD2-B61F-E1736DBF6E9A}" srcId="{59D8B960-CCE0-4613-9E03-02FF9EC30A46}" destId="{9C2D8221-BDE2-4012-B116-43A15CE6FB18}" srcOrd="2" destOrd="0" parTransId="{629FC6F4-9F08-4CFF-A286-92FA3AD78ACB}" sibTransId="{44119BCC-7682-4E30-A37F-E396D49B68CD}"/>
    <dgm:cxn modelId="{E9A288D5-D259-41F3-8664-593C4D19F8C8}" type="presOf" srcId="{59D8B960-CCE0-4613-9E03-02FF9EC30A46}" destId="{B5A64085-1789-4DAB-8B14-A6545E8CB963}" srcOrd="0" destOrd="0" presId="urn:microsoft.com/office/officeart/2005/8/layout/vList2"/>
    <dgm:cxn modelId="{FC7F12DE-6FBC-447F-8841-91865C7E6D1E}" type="presOf" srcId="{12EE6458-C85C-4F7C-8EEB-30A23E9C756D}" destId="{1322460B-05AD-4963-8F84-8D9E1B69D2A2}" srcOrd="0" destOrd="1" presId="urn:microsoft.com/office/officeart/2005/8/layout/vList2"/>
    <dgm:cxn modelId="{152948FF-77EC-4297-8FDF-429939362C19}" type="presOf" srcId="{10A59B5C-2379-4ACF-BA64-7F5FABEB75F8}" destId="{1322460B-05AD-4963-8F84-8D9E1B69D2A2}" srcOrd="0" destOrd="2" presId="urn:microsoft.com/office/officeart/2005/8/layout/vList2"/>
    <dgm:cxn modelId="{97142F61-331E-40EA-AF9E-19A43D06F8AA}" type="presParOf" srcId="{F67D0FD6-3E90-4058-A731-F0C71D1EBAE9}" destId="{C7C2E5DA-2C69-4D5F-9F87-6C7288400F61}" srcOrd="0" destOrd="0" presId="urn:microsoft.com/office/officeart/2005/8/layout/vList2"/>
    <dgm:cxn modelId="{5AE13A96-BF10-4022-AFDE-150E3982EF22}" type="presParOf" srcId="{F67D0FD6-3E90-4058-A731-F0C71D1EBAE9}" destId="{1322460B-05AD-4963-8F84-8D9E1B69D2A2}" srcOrd="1" destOrd="0" presId="urn:microsoft.com/office/officeart/2005/8/layout/vList2"/>
    <dgm:cxn modelId="{D28ACFAA-98C7-4C74-A83E-B08DA5B45143}" type="presParOf" srcId="{F67D0FD6-3E90-4058-A731-F0C71D1EBAE9}" destId="{B5A64085-1789-4DAB-8B14-A6545E8CB963}" srcOrd="2" destOrd="0" presId="urn:microsoft.com/office/officeart/2005/8/layout/vList2"/>
    <dgm:cxn modelId="{86ADCAAD-BF16-4361-8B7F-A1154BAF1CB5}" type="presParOf" srcId="{F67D0FD6-3E90-4058-A731-F0C71D1EBAE9}" destId="{C32886DA-D10A-4EFA-970E-C9B554DBBAD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34EC9-2D02-4C5E-9633-4805189F9761}">
      <dsp:nvSpPr>
        <dsp:cNvPr id="0" name=""/>
        <dsp:cNvSpPr/>
      </dsp:nvSpPr>
      <dsp:spPr>
        <a:xfrm>
          <a:off x="393" y="706728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46BEE-834D-4402-AD77-331F4E684697}">
      <dsp:nvSpPr>
        <dsp:cNvPr id="0" name=""/>
        <dsp:cNvSpPr/>
      </dsp:nvSpPr>
      <dsp:spPr>
        <a:xfrm>
          <a:off x="393" y="1931671"/>
          <a:ext cx="3138750" cy="66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State –  An object’s properties and current values;  its internal condition at a given time.</a:t>
          </a:r>
        </a:p>
      </dsp:txBody>
      <dsp:txXfrm>
        <a:off x="393" y="1931671"/>
        <a:ext cx="3138750" cy="662080"/>
      </dsp:txXfrm>
    </dsp:sp>
    <dsp:sp modelId="{DB44612D-F655-404C-A81D-7224BEA53F83}">
      <dsp:nvSpPr>
        <dsp:cNvPr id="0" name=""/>
        <dsp:cNvSpPr/>
      </dsp:nvSpPr>
      <dsp:spPr>
        <a:xfrm>
          <a:off x="393" y="2652533"/>
          <a:ext cx="3138750" cy="993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Class members, data members, attributes, fields</a:t>
          </a:r>
        </a:p>
      </dsp:txBody>
      <dsp:txXfrm>
        <a:off x="393" y="2652533"/>
        <a:ext cx="3138750" cy="993282"/>
      </dsp:txXfrm>
    </dsp:sp>
    <dsp:sp modelId="{287FAEEC-E9C2-4FDE-834B-FD25D938D072}">
      <dsp:nvSpPr>
        <dsp:cNvPr id="0" name=""/>
        <dsp:cNvSpPr/>
      </dsp:nvSpPr>
      <dsp:spPr>
        <a:xfrm>
          <a:off x="3688425" y="706728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7C38A-ACD0-4AF7-B579-DDD32C42A23B}">
      <dsp:nvSpPr>
        <dsp:cNvPr id="0" name=""/>
        <dsp:cNvSpPr/>
      </dsp:nvSpPr>
      <dsp:spPr>
        <a:xfrm>
          <a:off x="3688425" y="1931671"/>
          <a:ext cx="3138750" cy="66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Behavior – The actions or operations an object can perform; how it responds to interactions.</a:t>
          </a:r>
        </a:p>
      </dsp:txBody>
      <dsp:txXfrm>
        <a:off x="3688425" y="1931671"/>
        <a:ext cx="3138750" cy="662080"/>
      </dsp:txXfrm>
    </dsp:sp>
    <dsp:sp modelId="{7202D97A-4BFC-48E1-A779-DD09DDB20776}">
      <dsp:nvSpPr>
        <dsp:cNvPr id="0" name=""/>
        <dsp:cNvSpPr/>
      </dsp:nvSpPr>
      <dsp:spPr>
        <a:xfrm>
          <a:off x="3688425" y="2652533"/>
          <a:ext cx="3138750" cy="993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Class methods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Sometimes called “implementation”</a:t>
          </a:r>
        </a:p>
      </dsp:txBody>
      <dsp:txXfrm>
        <a:off x="3688425" y="2652533"/>
        <a:ext cx="3138750" cy="993282"/>
      </dsp:txXfrm>
    </dsp:sp>
    <dsp:sp modelId="{E24D330F-0202-4164-B9E6-048DF6929632}">
      <dsp:nvSpPr>
        <dsp:cNvPr id="0" name=""/>
        <dsp:cNvSpPr/>
      </dsp:nvSpPr>
      <dsp:spPr>
        <a:xfrm>
          <a:off x="7376456" y="706728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218D5-7B0D-47EC-B845-38AF19503A99}">
      <dsp:nvSpPr>
        <dsp:cNvPr id="0" name=""/>
        <dsp:cNvSpPr/>
      </dsp:nvSpPr>
      <dsp:spPr>
        <a:xfrm>
          <a:off x="7376456" y="1931671"/>
          <a:ext cx="3138750" cy="66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Identity – A object’s unique identifier (class type + internal identifier) that distinguishes it from another.</a:t>
          </a:r>
        </a:p>
      </dsp:txBody>
      <dsp:txXfrm>
        <a:off x="7376456" y="1931671"/>
        <a:ext cx="3138750" cy="662080"/>
      </dsp:txXfrm>
    </dsp:sp>
    <dsp:sp modelId="{63E9FC56-32A6-4FF6-8375-7AE59FC0C2B3}">
      <dsp:nvSpPr>
        <dsp:cNvPr id="0" name=""/>
        <dsp:cNvSpPr/>
      </dsp:nvSpPr>
      <dsp:spPr>
        <a:xfrm>
          <a:off x="7376456" y="2652533"/>
          <a:ext cx="3138750" cy="993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Sometimes referred to as “type,” but type is only one component of it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Sometimes referred to as the “address,” but Java does let you see the address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Represented by a hash code</a:t>
          </a:r>
        </a:p>
      </dsp:txBody>
      <dsp:txXfrm>
        <a:off x="7376456" y="2652533"/>
        <a:ext cx="3138750" cy="9932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09FB69-DAB4-4B5D-BE64-85C774D5B41A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</dsp:sp>
    <dsp:sp modelId="{18DA63B1-3F9B-46C3-9E57-159432579765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03AF1-981E-4AAE-B018-C53D0D8DB48B}">
      <dsp:nvSpPr>
        <dsp:cNvPr id="0" name=""/>
        <dsp:cNvSpPr/>
      </dsp:nvSpPr>
      <dsp:spPr>
        <a:xfrm>
          <a:off x="1435590" y="53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Dependence (“uses-a”) - A class uses another class</a:t>
          </a:r>
        </a:p>
      </dsp:txBody>
      <dsp:txXfrm>
        <a:off x="1435590" y="531"/>
        <a:ext cx="4732020" cy="1242935"/>
      </dsp:txXfrm>
    </dsp:sp>
    <dsp:sp modelId="{B5B071BE-6267-436F-924D-57B6BC9A3684}">
      <dsp:nvSpPr>
        <dsp:cNvPr id="0" name=""/>
        <dsp:cNvSpPr/>
      </dsp:nvSpPr>
      <dsp:spPr>
        <a:xfrm>
          <a:off x="6167610" y="53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class uses or manipulates another class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Example: The Order uses the Account to check a customer’s credit status</a:t>
          </a:r>
        </a:p>
      </dsp:txBody>
      <dsp:txXfrm>
        <a:off x="6167610" y="531"/>
        <a:ext cx="4347989" cy="1242935"/>
      </dsp:txXfrm>
    </dsp:sp>
    <dsp:sp modelId="{DF8490AB-80D7-46EA-94F0-892CD18261BE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</dsp:sp>
    <dsp:sp modelId="{19B7F4BD-1DA8-4864-99CC-0DF5A8C459BC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D805E-D660-43BB-BB42-4A402C8A09EF}">
      <dsp:nvSpPr>
        <dsp:cNvPr id="0" name=""/>
        <dsp:cNvSpPr/>
      </dsp:nvSpPr>
      <dsp:spPr>
        <a:xfrm>
          <a:off x="1435590" y="155420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Aggregation (“has-a”) – A class contains another class</a:t>
          </a:r>
        </a:p>
      </dsp:txBody>
      <dsp:txXfrm>
        <a:off x="1435590" y="1554201"/>
        <a:ext cx="4732020" cy="1242935"/>
      </dsp:txXfrm>
    </dsp:sp>
    <dsp:sp modelId="{20E85E03-FF9E-4EAA-A845-64A9F9FD0B5A}">
      <dsp:nvSpPr>
        <dsp:cNvPr id="0" name=""/>
        <dsp:cNvSpPr/>
      </dsp:nvSpPr>
      <dsp:spPr>
        <a:xfrm>
          <a:off x="6167610" y="155420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class has an instance of another class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Example: An Employee has an Address</a:t>
          </a:r>
          <a:endParaRPr lang="en-US" sz="1700" kern="1200" dirty="0"/>
        </a:p>
      </dsp:txBody>
      <dsp:txXfrm>
        <a:off x="6167610" y="1554201"/>
        <a:ext cx="4347989" cy="1242935"/>
      </dsp:txXfrm>
    </dsp:sp>
    <dsp:sp modelId="{5EED9BAB-FB1B-459B-A96F-53618EBF0324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</dsp:sp>
    <dsp:sp modelId="{698E964E-8DD3-4139-A343-67C3F6F518B2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4AD7F9-A558-4454-8C62-96C92E2609E7}">
      <dsp:nvSpPr>
        <dsp:cNvPr id="0" name=""/>
        <dsp:cNvSpPr/>
      </dsp:nvSpPr>
      <dsp:spPr>
        <a:xfrm>
          <a:off x="1435590" y="3107870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Inheritance (“is-a”) – A more specialized version of a general class</a:t>
          </a:r>
        </a:p>
      </dsp:txBody>
      <dsp:txXfrm>
        <a:off x="1435590" y="3107870"/>
        <a:ext cx="4732020" cy="1242935"/>
      </dsp:txXfrm>
    </dsp:sp>
    <dsp:sp modelId="{A8A79BBC-5896-4DD8-9070-DF580D9E2432}">
      <dsp:nvSpPr>
        <dsp:cNvPr id="0" name=""/>
        <dsp:cNvSpPr/>
      </dsp:nvSpPr>
      <dsp:spPr>
        <a:xfrm>
          <a:off x="6167610" y="3107870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Relationship expressed by a hierarchy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Example: A Student is a Person</a:t>
          </a:r>
        </a:p>
      </dsp:txBody>
      <dsp:txXfrm>
        <a:off x="6167610" y="3107870"/>
        <a:ext cx="434798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92616-3942-4CDE-AFBD-417A01B5949F}">
      <dsp:nvSpPr>
        <dsp:cNvPr id="0" name=""/>
        <dsp:cNvSpPr/>
      </dsp:nvSpPr>
      <dsp:spPr>
        <a:xfrm>
          <a:off x="0" y="93698"/>
          <a:ext cx="10515600" cy="5405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Expresses the “is-a” relationship</a:t>
          </a:r>
        </a:p>
      </dsp:txBody>
      <dsp:txXfrm>
        <a:off x="26387" y="120085"/>
        <a:ext cx="10462826" cy="487766"/>
      </dsp:txXfrm>
    </dsp:sp>
    <dsp:sp modelId="{84971023-76F2-4867-883D-03010E1A5B20}">
      <dsp:nvSpPr>
        <dsp:cNvPr id="0" name=""/>
        <dsp:cNvSpPr/>
      </dsp:nvSpPr>
      <dsp:spPr>
        <a:xfrm>
          <a:off x="0" y="697598"/>
          <a:ext cx="10515600" cy="5405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Parent-child relationship – one parent, many children</a:t>
          </a:r>
        </a:p>
      </dsp:txBody>
      <dsp:txXfrm>
        <a:off x="26387" y="723985"/>
        <a:ext cx="10462826" cy="487766"/>
      </dsp:txXfrm>
    </dsp:sp>
    <dsp:sp modelId="{90D90447-C4AF-4661-86A3-FF1C625FF68A}">
      <dsp:nvSpPr>
        <dsp:cNvPr id="0" name=""/>
        <dsp:cNvSpPr/>
      </dsp:nvSpPr>
      <dsp:spPr>
        <a:xfrm>
          <a:off x="0" y="1301499"/>
          <a:ext cx="10515600" cy="5405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Superclass (base class) and subclass (derived class)</a:t>
          </a:r>
        </a:p>
      </dsp:txBody>
      <dsp:txXfrm>
        <a:off x="26387" y="1327886"/>
        <a:ext cx="10462826" cy="487766"/>
      </dsp:txXfrm>
    </dsp:sp>
    <dsp:sp modelId="{1190EBBA-B8C8-4914-B8B0-98515FC2E28C}">
      <dsp:nvSpPr>
        <dsp:cNvPr id="0" name=""/>
        <dsp:cNvSpPr/>
      </dsp:nvSpPr>
      <dsp:spPr>
        <a:xfrm>
          <a:off x="0" y="1905399"/>
          <a:ext cx="10515600" cy="5405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Allows the implementation of the inheritance concept</a:t>
          </a:r>
        </a:p>
      </dsp:txBody>
      <dsp:txXfrm>
        <a:off x="26387" y="1931786"/>
        <a:ext cx="10462826" cy="487766"/>
      </dsp:txXfrm>
    </dsp:sp>
    <dsp:sp modelId="{4EC012AE-5725-4E9B-8DF8-90C6AEC3C85D}">
      <dsp:nvSpPr>
        <dsp:cNvPr id="0" name=""/>
        <dsp:cNvSpPr/>
      </dsp:nvSpPr>
      <dsp:spPr>
        <a:xfrm>
          <a:off x="0" y="2509299"/>
          <a:ext cx="10515600" cy="5405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Subclasses gain state, behavior, and identity from the superclass</a:t>
          </a:r>
        </a:p>
      </dsp:txBody>
      <dsp:txXfrm>
        <a:off x="26387" y="2535686"/>
        <a:ext cx="10462826" cy="487766"/>
      </dsp:txXfrm>
    </dsp:sp>
    <dsp:sp modelId="{93E5BB89-9329-4738-9B38-1432155F8922}">
      <dsp:nvSpPr>
        <dsp:cNvPr id="0" name=""/>
        <dsp:cNvSpPr/>
      </dsp:nvSpPr>
      <dsp:spPr>
        <a:xfrm>
          <a:off x="0" y="3113199"/>
          <a:ext cx="10515600" cy="5405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Usage depends on requirements</a:t>
          </a:r>
        </a:p>
      </dsp:txBody>
      <dsp:txXfrm>
        <a:off x="26387" y="3139586"/>
        <a:ext cx="10462826" cy="487766"/>
      </dsp:txXfrm>
    </dsp:sp>
    <dsp:sp modelId="{8BC4557B-A3B6-41E4-988B-CDDBE25F77DC}">
      <dsp:nvSpPr>
        <dsp:cNvPr id="0" name=""/>
        <dsp:cNvSpPr/>
      </dsp:nvSpPr>
      <dsp:spPr>
        <a:xfrm>
          <a:off x="0" y="3717099"/>
          <a:ext cx="10515600" cy="5405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Should be natural to what you are representing</a:t>
          </a:r>
        </a:p>
      </dsp:txBody>
      <dsp:txXfrm>
        <a:off x="26387" y="3743486"/>
        <a:ext cx="10462826" cy="4877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6C88D2-02C5-4E92-AFCD-0E9E4CF37C7D}">
      <dsp:nvSpPr>
        <dsp:cNvPr id="0" name=""/>
        <dsp:cNvSpPr/>
      </dsp:nvSpPr>
      <dsp:spPr>
        <a:xfrm>
          <a:off x="1860351" y="1000682"/>
          <a:ext cx="343296" cy="7380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1648" y="0"/>
              </a:lnTo>
              <a:lnTo>
                <a:pt x="171648" y="738088"/>
              </a:lnTo>
              <a:lnTo>
                <a:pt x="343296" y="73808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5B2C22-BD4F-4C9B-AD32-75ED736A1E6F}">
      <dsp:nvSpPr>
        <dsp:cNvPr id="0" name=""/>
        <dsp:cNvSpPr/>
      </dsp:nvSpPr>
      <dsp:spPr>
        <a:xfrm>
          <a:off x="1860351" y="954962"/>
          <a:ext cx="3432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3296" y="457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ED94C-60B0-4BC4-A123-A83CD996126A}">
      <dsp:nvSpPr>
        <dsp:cNvPr id="0" name=""/>
        <dsp:cNvSpPr/>
      </dsp:nvSpPr>
      <dsp:spPr>
        <a:xfrm>
          <a:off x="1860351" y="262593"/>
          <a:ext cx="343296" cy="738088"/>
        </a:xfrm>
        <a:custGeom>
          <a:avLst/>
          <a:gdLst/>
          <a:ahLst/>
          <a:cxnLst/>
          <a:rect l="0" t="0" r="0" b="0"/>
          <a:pathLst>
            <a:path>
              <a:moveTo>
                <a:pt x="0" y="738088"/>
              </a:moveTo>
              <a:lnTo>
                <a:pt x="171648" y="738088"/>
              </a:lnTo>
              <a:lnTo>
                <a:pt x="171648" y="0"/>
              </a:lnTo>
              <a:lnTo>
                <a:pt x="34329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11F177-AA37-4645-B6F5-8A2BCF5E9FD3}">
      <dsp:nvSpPr>
        <dsp:cNvPr id="0" name=""/>
        <dsp:cNvSpPr/>
      </dsp:nvSpPr>
      <dsp:spPr>
        <a:xfrm>
          <a:off x="143867" y="738918"/>
          <a:ext cx="1716484" cy="5235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Feline</a:t>
          </a:r>
        </a:p>
      </dsp:txBody>
      <dsp:txXfrm>
        <a:off x="143867" y="738918"/>
        <a:ext cx="1716484" cy="523527"/>
      </dsp:txXfrm>
    </dsp:sp>
    <dsp:sp modelId="{6D0ABC10-6872-4B08-8E51-C96D83160326}">
      <dsp:nvSpPr>
        <dsp:cNvPr id="0" name=""/>
        <dsp:cNvSpPr/>
      </dsp:nvSpPr>
      <dsp:spPr>
        <a:xfrm>
          <a:off x="2203648" y="829"/>
          <a:ext cx="1716484" cy="5235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Cat</a:t>
          </a:r>
        </a:p>
      </dsp:txBody>
      <dsp:txXfrm>
        <a:off x="2203648" y="829"/>
        <a:ext cx="1716484" cy="523527"/>
      </dsp:txXfrm>
    </dsp:sp>
    <dsp:sp modelId="{0C1B5922-6A58-42E8-B210-6D7E5BCB7ED2}">
      <dsp:nvSpPr>
        <dsp:cNvPr id="0" name=""/>
        <dsp:cNvSpPr/>
      </dsp:nvSpPr>
      <dsp:spPr>
        <a:xfrm>
          <a:off x="2203648" y="738918"/>
          <a:ext cx="1716484" cy="5235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Tiger</a:t>
          </a:r>
        </a:p>
      </dsp:txBody>
      <dsp:txXfrm>
        <a:off x="2203648" y="738918"/>
        <a:ext cx="1716484" cy="523527"/>
      </dsp:txXfrm>
    </dsp:sp>
    <dsp:sp modelId="{664479BF-2055-412D-8AAD-C7CB6A390F68}">
      <dsp:nvSpPr>
        <dsp:cNvPr id="0" name=""/>
        <dsp:cNvSpPr/>
      </dsp:nvSpPr>
      <dsp:spPr>
        <a:xfrm>
          <a:off x="2203648" y="1477006"/>
          <a:ext cx="1716484" cy="5235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Lion</a:t>
          </a:r>
        </a:p>
      </dsp:txBody>
      <dsp:txXfrm>
        <a:off x="2203648" y="1477006"/>
        <a:ext cx="1716484" cy="5235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F8D13-E30D-47D2-8AFC-DDB49F3A85C6}">
      <dsp:nvSpPr>
        <dsp:cNvPr id="0" name=""/>
        <dsp:cNvSpPr/>
      </dsp:nvSpPr>
      <dsp:spPr>
        <a:xfrm>
          <a:off x="0" y="764784"/>
          <a:ext cx="10515600" cy="515970"/>
        </a:xfrm>
        <a:prstGeom prst="roundRect">
          <a:avLst/>
        </a:prstGeom>
        <a:solidFill>
          <a:srgbClr val="0E284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Single – A class inherits from one parent class</a:t>
          </a:r>
        </a:p>
      </dsp:txBody>
      <dsp:txXfrm>
        <a:off x="25188" y="789972"/>
        <a:ext cx="10465224" cy="465594"/>
      </dsp:txXfrm>
    </dsp:sp>
    <dsp:sp modelId="{9FFCC82F-014B-4477-8B29-A25A1D97A52F}">
      <dsp:nvSpPr>
        <dsp:cNvPr id="0" name=""/>
        <dsp:cNvSpPr/>
      </dsp:nvSpPr>
      <dsp:spPr>
        <a:xfrm>
          <a:off x="0" y="1341234"/>
          <a:ext cx="10515600" cy="5159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Multilevel – A class inherits from a parent class, which itself inherits from another class</a:t>
          </a:r>
        </a:p>
      </dsp:txBody>
      <dsp:txXfrm>
        <a:off x="25188" y="1366422"/>
        <a:ext cx="10465224" cy="465594"/>
      </dsp:txXfrm>
    </dsp:sp>
    <dsp:sp modelId="{8EFF7601-019D-45A0-86FD-77F431F648B9}">
      <dsp:nvSpPr>
        <dsp:cNvPr id="0" name=""/>
        <dsp:cNvSpPr/>
      </dsp:nvSpPr>
      <dsp:spPr>
        <a:xfrm>
          <a:off x="0" y="1917684"/>
          <a:ext cx="10515600" cy="5159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Hierarchical – Multiple classes inherit from the same parent class</a:t>
          </a:r>
        </a:p>
      </dsp:txBody>
      <dsp:txXfrm>
        <a:off x="25188" y="1942872"/>
        <a:ext cx="10465224" cy="465594"/>
      </dsp:txXfrm>
    </dsp:sp>
    <dsp:sp modelId="{BDD99A1D-B731-4F04-9D1C-BE57867DD161}">
      <dsp:nvSpPr>
        <dsp:cNvPr id="0" name=""/>
        <dsp:cNvSpPr/>
      </dsp:nvSpPr>
      <dsp:spPr>
        <a:xfrm>
          <a:off x="0" y="2494133"/>
          <a:ext cx="10515600" cy="5159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Multiple - A class inherits from more than one parent class</a:t>
          </a:r>
        </a:p>
      </dsp:txBody>
      <dsp:txXfrm>
        <a:off x="25188" y="2519321"/>
        <a:ext cx="10465224" cy="465594"/>
      </dsp:txXfrm>
    </dsp:sp>
    <dsp:sp modelId="{0106F006-2603-4647-9784-3559D96B7293}">
      <dsp:nvSpPr>
        <dsp:cNvPr id="0" name=""/>
        <dsp:cNvSpPr/>
      </dsp:nvSpPr>
      <dsp:spPr>
        <a:xfrm>
          <a:off x="0" y="3070584"/>
          <a:ext cx="10515600" cy="5159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Hybrid - A combination of two or more types of inheritance</a:t>
          </a:r>
        </a:p>
      </dsp:txBody>
      <dsp:txXfrm>
        <a:off x="25188" y="3095772"/>
        <a:ext cx="10465224" cy="4655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6EA91-7B2F-4402-A2CD-76CE708890DC}">
      <dsp:nvSpPr>
        <dsp:cNvPr id="0" name=""/>
        <dsp:cNvSpPr/>
      </dsp:nvSpPr>
      <dsp:spPr>
        <a:xfrm>
          <a:off x="0" y="39879"/>
          <a:ext cx="10515600" cy="4668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Inheritance of State</a:t>
          </a:r>
        </a:p>
      </dsp:txBody>
      <dsp:txXfrm>
        <a:off x="22789" y="62668"/>
        <a:ext cx="10470022" cy="421252"/>
      </dsp:txXfrm>
    </dsp:sp>
    <dsp:sp modelId="{405769CD-0820-4B87-9C6F-5276420AA089}">
      <dsp:nvSpPr>
        <dsp:cNvPr id="0" name=""/>
        <dsp:cNvSpPr/>
      </dsp:nvSpPr>
      <dsp:spPr>
        <a:xfrm>
          <a:off x="0" y="506709"/>
          <a:ext cx="10515600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Inherits direct access to the public and protected class members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Inherits package-private access to class members depending on packaging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Does not inherit private access to class members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Inherits state initialization behavior (subclass must call a superclass constructor)</a:t>
          </a:r>
        </a:p>
      </dsp:txBody>
      <dsp:txXfrm>
        <a:off x="0" y="506709"/>
        <a:ext cx="10515600" cy="1042245"/>
      </dsp:txXfrm>
    </dsp:sp>
    <dsp:sp modelId="{D429D402-A797-4C2A-85F1-51370E538A90}">
      <dsp:nvSpPr>
        <dsp:cNvPr id="0" name=""/>
        <dsp:cNvSpPr/>
      </dsp:nvSpPr>
      <dsp:spPr>
        <a:xfrm>
          <a:off x="0" y="1548954"/>
          <a:ext cx="10515600" cy="4668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Inheritance of Behavior (or Implementation)</a:t>
          </a:r>
        </a:p>
      </dsp:txBody>
      <dsp:txXfrm>
        <a:off x="22789" y="1571743"/>
        <a:ext cx="10470022" cy="421252"/>
      </dsp:txXfrm>
    </dsp:sp>
    <dsp:sp modelId="{0B2B1794-9EB5-4B91-94C0-58745D58F38F}">
      <dsp:nvSpPr>
        <dsp:cNvPr id="0" name=""/>
        <dsp:cNvSpPr/>
      </dsp:nvSpPr>
      <dsp:spPr>
        <a:xfrm>
          <a:off x="0" y="2015784"/>
          <a:ext cx="10515600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Inherits direct access to the public and protected methods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Inherits package-private access to methods depending on packaging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Does not inherit private access to methods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Does not inherit constructors (subclass must call a superclass constructor)</a:t>
          </a:r>
        </a:p>
      </dsp:txBody>
      <dsp:txXfrm>
        <a:off x="0" y="2015784"/>
        <a:ext cx="10515600" cy="1042245"/>
      </dsp:txXfrm>
    </dsp:sp>
    <dsp:sp modelId="{074507F8-578E-459E-AAB4-949933DA1C8D}">
      <dsp:nvSpPr>
        <dsp:cNvPr id="0" name=""/>
        <dsp:cNvSpPr/>
      </dsp:nvSpPr>
      <dsp:spPr>
        <a:xfrm>
          <a:off x="0" y="3058029"/>
          <a:ext cx="10515600" cy="4668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Inheritance of Type</a:t>
          </a:r>
        </a:p>
      </dsp:txBody>
      <dsp:txXfrm>
        <a:off x="22789" y="3080818"/>
        <a:ext cx="10470022" cy="421252"/>
      </dsp:txXfrm>
    </dsp:sp>
    <dsp:sp modelId="{6BFF73BF-1A57-4E8E-B9A4-971DA3290FC7}">
      <dsp:nvSpPr>
        <dsp:cNvPr id="0" name=""/>
        <dsp:cNvSpPr/>
      </dsp:nvSpPr>
      <dsp:spPr>
        <a:xfrm>
          <a:off x="0" y="3524859"/>
          <a:ext cx="10515600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Inherits the superclass type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Inherits the interface type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Does not inherit the internal identifier</a:t>
          </a:r>
        </a:p>
      </dsp:txBody>
      <dsp:txXfrm>
        <a:off x="0" y="3524859"/>
        <a:ext cx="10515600" cy="7865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9A999-D73A-4462-8222-B5856F13C157}">
      <dsp:nvSpPr>
        <dsp:cNvPr id="0" name=""/>
        <dsp:cNvSpPr/>
      </dsp:nvSpPr>
      <dsp:spPr>
        <a:xfrm>
          <a:off x="0" y="8919"/>
          <a:ext cx="10515600" cy="61425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Overloading – same name, different signature (name + parameters)</a:t>
          </a:r>
        </a:p>
      </dsp:txBody>
      <dsp:txXfrm>
        <a:off x="29985" y="38904"/>
        <a:ext cx="10455630" cy="554280"/>
      </dsp:txXfrm>
    </dsp:sp>
    <dsp:sp modelId="{443CA8E2-222A-450D-8707-FC392F3A064C}">
      <dsp:nvSpPr>
        <dsp:cNvPr id="0" name=""/>
        <dsp:cNvSpPr/>
      </dsp:nvSpPr>
      <dsp:spPr>
        <a:xfrm>
          <a:off x="0" y="623169"/>
          <a:ext cx="105156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Occurs only within the same class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Cannot have two methods with the same signature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Not involved in inheritance</a:t>
          </a:r>
        </a:p>
      </dsp:txBody>
      <dsp:txXfrm>
        <a:off x="0" y="623169"/>
        <a:ext cx="10515600" cy="1035000"/>
      </dsp:txXfrm>
    </dsp:sp>
    <dsp:sp modelId="{7A5748E4-941E-4156-99F9-A34458935619}">
      <dsp:nvSpPr>
        <dsp:cNvPr id="0" name=""/>
        <dsp:cNvSpPr/>
      </dsp:nvSpPr>
      <dsp:spPr>
        <a:xfrm>
          <a:off x="0" y="1658169"/>
          <a:ext cx="10515600" cy="61425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Overriding</a:t>
          </a:r>
        </a:p>
      </dsp:txBody>
      <dsp:txXfrm>
        <a:off x="29985" y="1688154"/>
        <a:ext cx="10455630" cy="554280"/>
      </dsp:txXfrm>
    </dsp:sp>
    <dsp:sp modelId="{DD74F347-33F6-4ACD-8F2D-2BDA5CF876FE}">
      <dsp:nvSpPr>
        <dsp:cNvPr id="0" name=""/>
        <dsp:cNvSpPr/>
      </dsp:nvSpPr>
      <dsp:spPr>
        <a:xfrm>
          <a:off x="0" y="2272419"/>
          <a:ext cx="10515600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Subclass method with the same signature as a superclass method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Calls to the method will invoke the subclass version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Subclass can call the superclass version using </a:t>
          </a:r>
          <a:r>
            <a:rPr lang="en-US" sz="2000" i="1" kern="1200"/>
            <a:t>super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Only occurs between inheriting classes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Overloaded methods in a superclass are inherited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Can be prevented using final</a:t>
          </a:r>
        </a:p>
      </dsp:txBody>
      <dsp:txXfrm>
        <a:off x="0" y="2272419"/>
        <a:ext cx="10515600" cy="207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6EA91-7B2F-4402-A2CD-76CE708890DC}">
      <dsp:nvSpPr>
        <dsp:cNvPr id="0" name=""/>
        <dsp:cNvSpPr/>
      </dsp:nvSpPr>
      <dsp:spPr>
        <a:xfrm>
          <a:off x="0" y="39429"/>
          <a:ext cx="10515600" cy="5651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Compile-Time</a:t>
          </a:r>
        </a:p>
      </dsp:txBody>
      <dsp:txXfrm>
        <a:off x="27586" y="67015"/>
        <a:ext cx="10460428" cy="509938"/>
      </dsp:txXfrm>
    </dsp:sp>
    <dsp:sp modelId="{405769CD-0820-4B87-9C6F-5276420AA089}">
      <dsp:nvSpPr>
        <dsp:cNvPr id="0" name=""/>
        <dsp:cNvSpPr/>
      </dsp:nvSpPr>
      <dsp:spPr>
        <a:xfrm>
          <a:off x="0" y="604538"/>
          <a:ext cx="10515600" cy="157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Static binding or early binding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The compiler resolves method calls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Method overloading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Fast execution because it has already determined the method to execute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Inheritance not involved</a:t>
          </a:r>
          <a:endParaRPr lang="en-US" sz="1800" kern="1200" dirty="0"/>
        </a:p>
      </dsp:txBody>
      <dsp:txXfrm>
        <a:off x="0" y="604538"/>
        <a:ext cx="10515600" cy="1571130"/>
      </dsp:txXfrm>
    </dsp:sp>
    <dsp:sp modelId="{D429D402-A797-4C2A-85F1-51370E538A90}">
      <dsp:nvSpPr>
        <dsp:cNvPr id="0" name=""/>
        <dsp:cNvSpPr/>
      </dsp:nvSpPr>
      <dsp:spPr>
        <a:xfrm>
          <a:off x="0" y="2175669"/>
          <a:ext cx="10515600" cy="56511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Runtime</a:t>
          </a:r>
        </a:p>
      </dsp:txBody>
      <dsp:txXfrm>
        <a:off x="27586" y="2203255"/>
        <a:ext cx="10460428" cy="509938"/>
      </dsp:txXfrm>
    </dsp:sp>
    <dsp:sp modelId="{0B2B1794-9EB5-4B91-94C0-58745D58F38F}">
      <dsp:nvSpPr>
        <dsp:cNvPr id="0" name=""/>
        <dsp:cNvSpPr/>
      </dsp:nvSpPr>
      <dsp:spPr>
        <a:xfrm>
          <a:off x="0" y="2740779"/>
          <a:ext cx="10515600" cy="1571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Dynamic binding or late binding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Calls resolved during execution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Method overriding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Slower execution because the determination of methods occurs during execution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Inheritance involved</a:t>
          </a:r>
        </a:p>
      </dsp:txBody>
      <dsp:txXfrm>
        <a:off x="0" y="2740779"/>
        <a:ext cx="10515600" cy="157113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6EA91-7B2F-4402-A2CD-76CE708890DC}">
      <dsp:nvSpPr>
        <dsp:cNvPr id="0" name=""/>
        <dsp:cNvSpPr/>
      </dsp:nvSpPr>
      <dsp:spPr>
        <a:xfrm>
          <a:off x="0" y="319531"/>
          <a:ext cx="10515600" cy="85994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Allowing a class to have more than one superclass</a:t>
          </a:r>
        </a:p>
      </dsp:txBody>
      <dsp:txXfrm>
        <a:off x="41979" y="361510"/>
        <a:ext cx="10431642" cy="775991"/>
      </dsp:txXfrm>
    </dsp:sp>
    <dsp:sp modelId="{405769CD-0820-4B87-9C6F-5276420AA089}">
      <dsp:nvSpPr>
        <dsp:cNvPr id="0" name=""/>
        <dsp:cNvSpPr/>
      </dsp:nvSpPr>
      <dsp:spPr>
        <a:xfrm>
          <a:off x="0" y="1179481"/>
          <a:ext cx="10515600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“Java does not support multiple inheritance.” </a:t>
          </a:r>
        </a:p>
      </dsp:txBody>
      <dsp:txXfrm>
        <a:off x="0" y="1179481"/>
        <a:ext cx="10515600" cy="579600"/>
      </dsp:txXfrm>
    </dsp:sp>
    <dsp:sp modelId="{D429D402-A797-4C2A-85F1-51370E538A90}">
      <dsp:nvSpPr>
        <dsp:cNvPr id="0" name=""/>
        <dsp:cNvSpPr/>
      </dsp:nvSpPr>
      <dsp:spPr>
        <a:xfrm>
          <a:off x="0" y="1759081"/>
          <a:ext cx="10515600" cy="85994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Consider the three aspects: state, behavior, and type</a:t>
          </a:r>
        </a:p>
      </dsp:txBody>
      <dsp:txXfrm>
        <a:off x="41979" y="1801060"/>
        <a:ext cx="10431642" cy="775991"/>
      </dsp:txXfrm>
    </dsp:sp>
    <dsp:sp modelId="{0B2B1794-9EB5-4B91-94C0-58745D58F38F}">
      <dsp:nvSpPr>
        <dsp:cNvPr id="0" name=""/>
        <dsp:cNvSpPr/>
      </dsp:nvSpPr>
      <dsp:spPr>
        <a:xfrm>
          <a:off x="0" y="2619031"/>
          <a:ext cx="10515600" cy="1412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Multiple inheritance of state		statement above is true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Multiple inheritance of behavior	statement above is true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Multiple inheritance of type		statement above is false</a:t>
          </a:r>
        </a:p>
      </dsp:txBody>
      <dsp:txXfrm>
        <a:off x="0" y="2619031"/>
        <a:ext cx="10515600" cy="141277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BB0BBE-ABC2-46C4-AC69-159099453FB4}">
      <dsp:nvSpPr>
        <dsp:cNvPr id="0" name=""/>
        <dsp:cNvSpPr/>
      </dsp:nvSpPr>
      <dsp:spPr>
        <a:xfrm>
          <a:off x="0" y="629784"/>
          <a:ext cx="7874000" cy="4422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Suppose: Class D has method something()</a:t>
          </a:r>
        </a:p>
      </dsp:txBody>
      <dsp:txXfrm>
        <a:off x="21589" y="651373"/>
        <a:ext cx="7830822" cy="399082"/>
      </dsp:txXfrm>
    </dsp:sp>
    <dsp:sp modelId="{AE880FCB-31E7-42A9-A999-DE455003AF40}">
      <dsp:nvSpPr>
        <dsp:cNvPr id="0" name=""/>
        <dsp:cNvSpPr/>
      </dsp:nvSpPr>
      <dsp:spPr>
        <a:xfrm>
          <a:off x="0" y="1072044"/>
          <a:ext cx="78740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00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Class A and Class B inherit something()</a:t>
          </a:r>
        </a:p>
      </dsp:txBody>
      <dsp:txXfrm>
        <a:off x="0" y="1072044"/>
        <a:ext cx="7874000" cy="298080"/>
      </dsp:txXfrm>
    </dsp:sp>
    <dsp:sp modelId="{C3E1DBF6-6506-4E0B-BA50-0924D32D496F}">
      <dsp:nvSpPr>
        <dsp:cNvPr id="0" name=""/>
        <dsp:cNvSpPr/>
      </dsp:nvSpPr>
      <dsp:spPr>
        <a:xfrm>
          <a:off x="0" y="1370124"/>
          <a:ext cx="7874000" cy="4422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Remember:</a:t>
          </a:r>
        </a:p>
      </dsp:txBody>
      <dsp:txXfrm>
        <a:off x="21589" y="1391713"/>
        <a:ext cx="7830822" cy="399082"/>
      </dsp:txXfrm>
    </dsp:sp>
    <dsp:sp modelId="{2ED09C31-1723-4A94-BB05-B49101ECB27F}">
      <dsp:nvSpPr>
        <dsp:cNvPr id="0" name=""/>
        <dsp:cNvSpPr/>
      </dsp:nvSpPr>
      <dsp:spPr>
        <a:xfrm>
          <a:off x="0" y="1812384"/>
          <a:ext cx="7874000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00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A method has a signature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Only one method with that signature can be in a class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Class A and Class B inherit something() – no problem</a:t>
          </a:r>
        </a:p>
      </dsp:txBody>
      <dsp:txXfrm>
        <a:off x="0" y="1812384"/>
        <a:ext cx="7874000" cy="726570"/>
      </dsp:txXfrm>
    </dsp:sp>
    <dsp:sp modelId="{13A5B21C-A250-4803-8FBE-4222278ACD0A}">
      <dsp:nvSpPr>
        <dsp:cNvPr id="0" name=""/>
        <dsp:cNvSpPr/>
      </dsp:nvSpPr>
      <dsp:spPr>
        <a:xfrm>
          <a:off x="0" y="2538954"/>
          <a:ext cx="7874000" cy="4422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But which method does Class C inherit?</a:t>
          </a:r>
        </a:p>
      </dsp:txBody>
      <dsp:txXfrm>
        <a:off x="21589" y="2560543"/>
        <a:ext cx="7830822" cy="399082"/>
      </dsp:txXfrm>
    </dsp:sp>
    <dsp:sp modelId="{F3340641-6D1A-4C92-BF3D-8FD35CB04A2D}">
      <dsp:nvSpPr>
        <dsp:cNvPr id="0" name=""/>
        <dsp:cNvSpPr/>
      </dsp:nvSpPr>
      <dsp:spPr>
        <a:xfrm>
          <a:off x="0" y="2981214"/>
          <a:ext cx="78740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00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Class A? Class B? Class D?</a:t>
          </a:r>
        </a:p>
      </dsp:txBody>
      <dsp:txXfrm>
        <a:off x="0" y="2981214"/>
        <a:ext cx="7874000" cy="298080"/>
      </dsp:txXfrm>
    </dsp:sp>
    <dsp:sp modelId="{8D064078-D4DE-4DC5-8755-BE29B7AD5B40}">
      <dsp:nvSpPr>
        <dsp:cNvPr id="0" name=""/>
        <dsp:cNvSpPr/>
      </dsp:nvSpPr>
      <dsp:spPr>
        <a:xfrm>
          <a:off x="0" y="3279294"/>
          <a:ext cx="7874000" cy="4422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Challenge: Think about how multiple inheritance would affect class members.</a:t>
          </a:r>
        </a:p>
      </dsp:txBody>
      <dsp:txXfrm>
        <a:off x="21589" y="3300883"/>
        <a:ext cx="7830822" cy="39908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2E5DA-2C69-4D5F-9F87-6C7288400F61}">
      <dsp:nvSpPr>
        <dsp:cNvPr id="0" name=""/>
        <dsp:cNvSpPr/>
      </dsp:nvSpPr>
      <dsp:spPr>
        <a:xfrm>
          <a:off x="0" y="97748"/>
          <a:ext cx="10515600" cy="786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Interfaces are not objects</a:t>
          </a:r>
        </a:p>
      </dsp:txBody>
      <dsp:txXfrm>
        <a:off x="38381" y="136129"/>
        <a:ext cx="10438838" cy="709478"/>
      </dsp:txXfrm>
    </dsp:sp>
    <dsp:sp modelId="{1322460B-05AD-4963-8F84-8D9E1B69D2A2}">
      <dsp:nvSpPr>
        <dsp:cNvPr id="0" name=""/>
        <dsp:cNvSpPr/>
      </dsp:nvSpPr>
      <dsp:spPr>
        <a:xfrm>
          <a:off x="0" y="883988"/>
          <a:ext cx="10515600" cy="258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There are no constructors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There are no class members, only static constants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Abstract methods have no implementation and must be overridden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Default methods only exist if the class does not define one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Private interface methods only exist to support default methods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There is a type, but not an identity, because they are not instantiated</a:t>
          </a:r>
        </a:p>
      </dsp:txBody>
      <dsp:txXfrm>
        <a:off x="0" y="883988"/>
        <a:ext cx="10515600" cy="2583360"/>
      </dsp:txXfrm>
    </dsp:sp>
    <dsp:sp modelId="{B5A64085-1789-4DAB-8B14-A6545E8CB963}">
      <dsp:nvSpPr>
        <dsp:cNvPr id="0" name=""/>
        <dsp:cNvSpPr/>
      </dsp:nvSpPr>
      <dsp:spPr>
        <a:xfrm>
          <a:off x="0" y="3467349"/>
          <a:ext cx="10515600" cy="786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You cannot have two types that are the same</a:t>
          </a:r>
        </a:p>
      </dsp:txBody>
      <dsp:txXfrm>
        <a:off x="38381" y="3505730"/>
        <a:ext cx="10438838" cy="70947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2E5DA-2C69-4D5F-9F87-6C7288400F61}">
      <dsp:nvSpPr>
        <dsp:cNvPr id="0" name=""/>
        <dsp:cNvSpPr/>
      </dsp:nvSpPr>
      <dsp:spPr>
        <a:xfrm>
          <a:off x="0" y="59138"/>
          <a:ext cx="10515600" cy="6633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 class…</a:t>
          </a:r>
        </a:p>
      </dsp:txBody>
      <dsp:txXfrm>
        <a:off x="32384" y="91522"/>
        <a:ext cx="10450832" cy="598621"/>
      </dsp:txXfrm>
    </dsp:sp>
    <dsp:sp modelId="{1322460B-05AD-4963-8F84-8D9E1B69D2A2}">
      <dsp:nvSpPr>
        <dsp:cNvPr id="0" name=""/>
        <dsp:cNvSpPr/>
      </dsp:nvSpPr>
      <dsp:spPr>
        <a:xfrm>
          <a:off x="0" y="722528"/>
          <a:ext cx="10515600" cy="1453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Can “extend” only one other class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Can “implement” any number of interfaces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Cannot “extend” an interface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Cannot “implement” a class</a:t>
          </a:r>
          <a:endParaRPr lang="en-US" sz="2100" kern="1200" dirty="0"/>
        </a:p>
      </dsp:txBody>
      <dsp:txXfrm>
        <a:off x="0" y="722528"/>
        <a:ext cx="10515600" cy="1453140"/>
      </dsp:txXfrm>
    </dsp:sp>
    <dsp:sp modelId="{B5A64085-1789-4DAB-8B14-A6545E8CB963}">
      <dsp:nvSpPr>
        <dsp:cNvPr id="0" name=""/>
        <dsp:cNvSpPr/>
      </dsp:nvSpPr>
      <dsp:spPr>
        <a:xfrm>
          <a:off x="0" y="2175669"/>
          <a:ext cx="10515600" cy="6633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An interface…</a:t>
          </a:r>
        </a:p>
      </dsp:txBody>
      <dsp:txXfrm>
        <a:off x="32384" y="2208053"/>
        <a:ext cx="10450832" cy="598621"/>
      </dsp:txXfrm>
    </dsp:sp>
    <dsp:sp modelId="{C32886DA-D10A-4EFA-970E-C9B554DBBADA}">
      <dsp:nvSpPr>
        <dsp:cNvPr id="0" name=""/>
        <dsp:cNvSpPr/>
      </dsp:nvSpPr>
      <dsp:spPr>
        <a:xfrm>
          <a:off x="0" y="2839059"/>
          <a:ext cx="10515600" cy="1453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Can “extend” any number of interfaces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Cannot “implement” an interface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Cannot “extend” a class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Cannot “implement” a class</a:t>
          </a:r>
        </a:p>
      </dsp:txBody>
      <dsp:txXfrm>
        <a:off x="0" y="2839059"/>
        <a:ext cx="10515600" cy="14531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D3611-9428-43B0-B6B8-B8D6F24208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4F9E5-67FF-467A-8A8C-CE9A99011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3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4F9E5-67FF-467A-8A8C-CE9A990119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48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4F9E5-67FF-467A-8A8C-CE9A990119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9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4F9E5-67FF-467A-8A8C-CE9A990119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67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6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9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1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3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94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7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0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1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0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AEF4170-C374-4EBB-82C8-9665FF6D16A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C94D8A5-DDCD-42D1-A492-0EBF486F6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275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143DE6-E8D8-5ED6-C09A-43A01B09E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begin…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B36D5F-A00B-4B84-63BA-48E7503D9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Lectures</a:t>
            </a:r>
          </a:p>
          <a:p>
            <a:pPr lvl="1"/>
            <a:r>
              <a:rPr lang="en-US" dirty="0"/>
              <a:t>Focus on the big picture – the high-level concepts</a:t>
            </a:r>
          </a:p>
          <a:p>
            <a:pPr lvl="1"/>
            <a:r>
              <a:rPr lang="en-US" dirty="0"/>
              <a:t>Have some important details, clarifications, and corrections</a:t>
            </a:r>
          </a:p>
          <a:p>
            <a:pPr lvl="1"/>
            <a:r>
              <a:rPr lang="en-US" dirty="0"/>
              <a:t>Provide some slides, but will focus on code examples</a:t>
            </a:r>
          </a:p>
          <a:p>
            <a:r>
              <a:rPr lang="en-US" dirty="0"/>
              <a:t>Assignments</a:t>
            </a:r>
          </a:p>
          <a:p>
            <a:pPr lvl="1"/>
            <a:r>
              <a:rPr lang="en-US" dirty="0"/>
              <a:t>Focus on doing – the application of concepts and details with coding and tools</a:t>
            </a:r>
          </a:p>
          <a:p>
            <a:pPr lvl="1"/>
            <a:r>
              <a:rPr lang="en-US" dirty="0"/>
              <a:t>Do not focus on checking if you read the books or watched the lectures (exams will)</a:t>
            </a:r>
          </a:p>
          <a:p>
            <a:r>
              <a:rPr lang="en-US" dirty="0"/>
              <a:t>Exams</a:t>
            </a:r>
          </a:p>
          <a:p>
            <a:pPr lvl="1"/>
            <a:r>
              <a:rPr lang="en-US" dirty="0"/>
              <a:t>Focus on the books, lectures, and some applications of the material</a:t>
            </a:r>
          </a:p>
          <a:p>
            <a:pPr lvl="1"/>
            <a:r>
              <a:rPr lang="en-US" dirty="0"/>
              <a:t>Do not focus on coding, but there may be some on it</a:t>
            </a:r>
          </a:p>
          <a:p>
            <a:r>
              <a:rPr lang="en-US" dirty="0"/>
              <a:t>This is the trade-off</a:t>
            </a:r>
          </a:p>
          <a:p>
            <a:pPr lvl="1"/>
            <a:r>
              <a:rPr lang="en-US" dirty="0"/>
              <a:t>You have fewer assignments, and they focus on applying, which I know you like</a:t>
            </a:r>
          </a:p>
          <a:p>
            <a:pPr lvl="1"/>
            <a:r>
              <a:rPr lang="en-US" dirty="0"/>
              <a:t>But you must study the books and watch the lectures to do well</a:t>
            </a:r>
          </a:p>
          <a:p>
            <a:r>
              <a:rPr lang="en-US" dirty="0"/>
              <a:t>Recommendation: Keep a personal study journal (See Course Resources)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360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5808A-7957-E236-74EF-7A41527E2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Three Characteristics of an Object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E3915D1-57B4-CBA6-E160-72F5786D15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500139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6511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7024B-2672-1CE7-C776-9AE4588E5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dirty="0"/>
              <a:t>Relationships Types Between Classes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AB0E9C-5767-2C6B-3BC4-B1939E9331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2424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9316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1A1F8-CF9C-5CCD-92DD-B3BE81E8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dirty="0"/>
              <a:t>Inheritance Hierarchical Relationship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5B943D-85F2-DD94-29D5-0F2E05D30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53325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4259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FD86-BBFC-FB72-C88A-1733C744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Relationship Types Among Classes</a:t>
            </a:r>
          </a:p>
        </p:txBody>
      </p:sp>
      <p:pic>
        <p:nvPicPr>
          <p:cNvPr id="13" name="Content Placeholder 12" descr="A cat with a surprised expression&#10;&#10;AI-generated content may be incorrect.">
            <a:extLst>
              <a:ext uri="{FF2B5EF4-FFF2-40B4-BE49-F238E27FC236}">
                <a16:creationId xmlns:a16="http://schemas.microsoft.com/office/drawing/2014/main" id="{C0907EFB-CA12-2B7A-E3AC-18742C371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089" y="1690688"/>
            <a:ext cx="2984711" cy="4351338"/>
          </a:xfr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8F0E4AB-7E43-3249-846B-9FBA95B02D4A}"/>
              </a:ext>
            </a:extLst>
          </p:cNvPr>
          <p:cNvGrpSpPr/>
          <p:nvPr/>
        </p:nvGrpSpPr>
        <p:grpSpPr>
          <a:xfrm>
            <a:off x="1479445" y="1690688"/>
            <a:ext cx="4064000" cy="2822957"/>
            <a:chOff x="2910681" y="2326765"/>
            <a:chExt cx="4064000" cy="282295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0637075-EC27-6E34-5EE1-2A2EA60622D0}"/>
                </a:ext>
              </a:extLst>
            </p:cNvPr>
            <p:cNvGrpSpPr/>
            <p:nvPr/>
          </p:nvGrpSpPr>
          <p:grpSpPr>
            <a:xfrm>
              <a:off x="2910681" y="2326765"/>
              <a:ext cx="4064000" cy="2822957"/>
              <a:chOff x="838200" y="3215255"/>
              <a:chExt cx="4064000" cy="2961708"/>
            </a:xfrm>
          </p:grpSpPr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411D8688-E9EE-F9F0-69C1-D19D99F2D4CB}"/>
                  </a:ext>
                </a:extLst>
              </p:cNvPr>
              <p:cNvGraphicFramePr/>
              <p:nvPr/>
            </p:nvGraphicFramePr>
            <p:xfrm>
              <a:off x="838200" y="4077230"/>
              <a:ext cx="4064000" cy="209973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9F3A8C2-D35F-6C37-FC04-1CA6453604BC}"/>
                  </a:ext>
                </a:extLst>
              </p:cNvPr>
              <p:cNvGrpSpPr/>
              <p:nvPr/>
            </p:nvGrpSpPr>
            <p:grpSpPr>
              <a:xfrm>
                <a:off x="3061990" y="3215255"/>
                <a:ext cx="1708795" cy="549250"/>
                <a:chOff x="2212082" y="888"/>
                <a:chExt cx="1708795" cy="549250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2A27D7F-AE53-0EA1-2F21-89D6B2055C20}"/>
                    </a:ext>
                  </a:extLst>
                </p:cNvPr>
                <p:cNvSpPr/>
                <p:nvPr/>
              </p:nvSpPr>
              <p:spPr>
                <a:xfrm>
                  <a:off x="2212082" y="888"/>
                  <a:ext cx="1708795" cy="549250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512FA2E-A5CB-D6AB-566F-DDC0F7690BAF}"/>
                    </a:ext>
                  </a:extLst>
                </p:cNvPr>
                <p:cNvSpPr txBox="1"/>
                <p:nvPr/>
              </p:nvSpPr>
              <p:spPr>
                <a:xfrm>
                  <a:off x="2212082" y="888"/>
                  <a:ext cx="1708795" cy="54925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2700" tIns="12700" rIns="12700" bIns="12700" numCol="1" spcCol="1270" anchor="ctr" anchorCtr="0">
                  <a:noAutofit/>
                </a:bodyPr>
                <a:lstStyle/>
                <a:p>
                  <a:pPr marL="0" lvl="0" indent="0" algn="ctr" defTabSz="8890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2000" dirty="0" err="1"/>
                    <a:t>C</a:t>
                  </a:r>
                  <a:r>
                    <a:rPr lang="en-US" sz="2000" kern="1200" dirty="0" err="1"/>
                    <a:t>heezburger</a:t>
                  </a:r>
                  <a:endParaRPr lang="en-US" sz="2000" kern="1200" dirty="0"/>
                </a:p>
              </p:txBody>
            </p:sp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A6427FA-7E80-2298-A282-D4C5791ABCE2}"/>
                  </a:ext>
                </a:extLst>
              </p:cNvPr>
              <p:cNvCxnSpPr>
                <a:cxnSpLocks/>
                <a:endCxn id="9" idx="2"/>
              </p:cNvCxnSpPr>
              <p:nvPr/>
            </p:nvCxnSpPr>
            <p:spPr>
              <a:xfrm flipV="1">
                <a:off x="3916388" y="3764505"/>
                <a:ext cx="0" cy="312725"/>
              </a:xfrm>
              <a:prstGeom prst="line">
                <a:avLst/>
              </a:prstGeom>
              <a:ln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D81C6D6-E3C7-8FA8-D9D8-4A65838DF307}"/>
                </a:ext>
              </a:extLst>
            </p:cNvPr>
            <p:cNvSpPr/>
            <p:nvPr/>
          </p:nvSpPr>
          <p:spPr>
            <a:xfrm>
              <a:off x="3055186" y="2326765"/>
              <a:ext cx="1708795" cy="52351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dirty="0"/>
                <a:t>Scratching Post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A3D8777-848B-8FF3-ADB8-E19434E3DC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63981" y="2850284"/>
              <a:ext cx="370490" cy="298074"/>
            </a:xfrm>
            <a:prstGeom prst="line">
              <a:avLst/>
            </a:prstGeom>
            <a:ln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BDC537-57CA-1B2E-2F6B-1B780042C578}"/>
                </a:ext>
              </a:extLst>
            </p:cNvPr>
            <p:cNvSpPr/>
            <p:nvPr/>
          </p:nvSpPr>
          <p:spPr>
            <a:xfrm>
              <a:off x="3055187" y="3112043"/>
              <a:ext cx="1708795" cy="52351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dirty="0"/>
                <a:t>Claws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8803DF-087D-DFC6-6333-77B9543723F7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3909583" y="3635562"/>
              <a:ext cx="2" cy="261759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2640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9CC37-D43B-D4E0-326D-4DE352675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dirty="0"/>
              <a:t>Types of Inheritance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5B497C3-6C8A-D464-2B7D-3E84ECCE3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1871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5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7352-DA35-1F90-9187-6F4252D7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of Inheritance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AF0038-F0F1-4889-2824-AE4F65886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60978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961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8DA12-1521-513B-0072-6A2780C0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 of Behavior</a:t>
            </a:r>
            <a:endParaRPr lang="en-US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E5D3C91D-8A40-3111-1C95-4464D6A8B5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23059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4244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3411-1C64-3020-D3AC-D916BD10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27E66-4EFA-859D-9AC7-E3DF80310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Ability of an object to take on many forms</a:t>
            </a:r>
          </a:p>
          <a:p>
            <a:r>
              <a:rPr lang="en-US" dirty="0"/>
              <a:t>An object can pass more than one “is-a” test</a:t>
            </a:r>
          </a:p>
          <a:p>
            <a:r>
              <a:rPr lang="en-US" dirty="0"/>
              <a:t>All Java objects are polymorphic</a:t>
            </a:r>
          </a:p>
          <a:p>
            <a:pPr lvl="1"/>
            <a:r>
              <a:rPr lang="en-US" dirty="0"/>
              <a:t>Cast up into the superclass type</a:t>
            </a:r>
          </a:p>
          <a:p>
            <a:pPr lvl="1"/>
            <a:r>
              <a:rPr lang="en-US" dirty="0"/>
              <a:t>Cast down back into the subclass type</a:t>
            </a:r>
          </a:p>
          <a:p>
            <a:pPr lvl="1"/>
            <a:r>
              <a:rPr lang="en-US" dirty="0"/>
              <a:t>Cannot polymorph into sibling types</a:t>
            </a:r>
          </a:p>
          <a:p>
            <a:r>
              <a:rPr lang="en-US" dirty="0"/>
              <a:t>Types of polymorphism</a:t>
            </a:r>
          </a:p>
          <a:p>
            <a:pPr lvl="1"/>
            <a:r>
              <a:rPr lang="en-US" dirty="0"/>
              <a:t>Compile-time</a:t>
            </a:r>
          </a:p>
          <a:p>
            <a:pPr lvl="1"/>
            <a:r>
              <a:rPr lang="en-US" dirty="0"/>
              <a:t>Runtime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CC96F83-E21A-1CCB-FD17-C012A529E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124" y="3579613"/>
            <a:ext cx="4007676" cy="2597350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600640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601FD-62CF-AF9B-AF58-066711437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9C141-4DF9-B896-32F5-07F2D67B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Types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FCD172-22BC-B209-67A5-BDC92B31BB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3802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5398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EFF0-63D1-A324-4AB2-ABDCC2E75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D0EF-20A0-E993-4FEB-05C08359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D053A1-BE59-062B-E35C-A624750A7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24298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7092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94C4-025A-7A05-E086-FFD0B7E5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 – The Diamond Problem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10646A2-FFD0-4DA0-7980-8FB152049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859370"/>
              </p:ext>
            </p:extLst>
          </p:nvPr>
        </p:nvGraphicFramePr>
        <p:xfrm>
          <a:off x="838201" y="1825625"/>
          <a:ext cx="78740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730DEA9C-C293-CB87-11E8-3765622DE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377" y="1825625"/>
            <a:ext cx="2559424" cy="2304755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4090563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4DFA-EE53-1308-59DA-70D27DFB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6A7224-5727-772C-0974-11A2DD651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9967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4666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07F2-C703-9D2C-E04A-25E9A393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F6BC-3870-97FE-04BA-CF2D58D1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C24F2C-CC8F-CA60-9CB6-AF48C734A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1947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3823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653</TotalTime>
  <Words>1023</Words>
  <Application>Microsoft Office PowerPoint</Application>
  <PresentationFormat>Widescreen</PresentationFormat>
  <Paragraphs>147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Before we begin…</vt:lpstr>
      <vt:lpstr>Three Characteristics of an Object</vt:lpstr>
      <vt:lpstr>Relationships Types Between Classes</vt:lpstr>
      <vt:lpstr>Inheritance Hierarchical Relationship</vt:lpstr>
      <vt:lpstr>Relationship Types Among Classes</vt:lpstr>
      <vt:lpstr>Types of Inheritance</vt:lpstr>
      <vt:lpstr>Aspects of Inheritance</vt:lpstr>
      <vt:lpstr>Inheritance of Behavior</vt:lpstr>
      <vt:lpstr>Polymorphism</vt:lpstr>
      <vt:lpstr>Polymorphism Types</vt:lpstr>
      <vt:lpstr>Multiple Inheritance</vt:lpstr>
      <vt:lpstr>Multiple Inheritance – The Diamond Problem</vt:lpstr>
      <vt:lpstr>Multiple Inheritance</vt:lpstr>
      <vt:lpstr>Multiple Inheritance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Powell</dc:creator>
  <cp:lastModifiedBy>Jason Powell</cp:lastModifiedBy>
  <cp:revision>1</cp:revision>
  <dcterms:created xsi:type="dcterms:W3CDTF">2025-07-09T15:04:44Z</dcterms:created>
  <dcterms:modified xsi:type="dcterms:W3CDTF">2026-01-10T00:24:14Z</dcterms:modified>
</cp:coreProperties>
</file>